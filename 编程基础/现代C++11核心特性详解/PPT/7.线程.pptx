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sldIdLst>
    <p:sldId id="275" r:id="rId3"/>
    <p:sldId id="276" r:id="rId4"/>
    <p:sldId id="277" r:id="rId6"/>
    <p:sldId id="257" r:id="rId7"/>
    <p:sldId id="280" r:id="rId8"/>
    <p:sldId id="266" r:id="rId9"/>
    <p:sldId id="268" r:id="rId10"/>
    <p:sldId id="297" r:id="rId11"/>
    <p:sldId id="309" r:id="rId12"/>
    <p:sldId id="323" r:id="rId13"/>
    <p:sldId id="324" r:id="rId14"/>
    <p:sldId id="301" r:id="rId15"/>
    <p:sldId id="302" r:id="rId16"/>
    <p:sldId id="300" r:id="rId17"/>
    <p:sldId id="345" r:id="rId18"/>
    <p:sldId id="336" r:id="rId19"/>
    <p:sldId id="315" r:id="rId20"/>
    <p:sldId id="308" r:id="rId21"/>
    <p:sldId id="298" r:id="rId22"/>
    <p:sldId id="299" r:id="rId23"/>
    <p:sldId id="359" r:id="rId24"/>
    <p:sldId id="371" r:id="rId25"/>
    <p:sldId id="360" r:id="rId26"/>
    <p:sldId id="363" r:id="rId27"/>
    <p:sldId id="361" r:id="rId28"/>
    <p:sldId id="379" r:id="rId29"/>
    <p:sldId id="386" r:id="rId30"/>
    <p:sldId id="387" r:id="rId31"/>
    <p:sldId id="388" r:id="rId32"/>
    <p:sldId id="316" r:id="rId33"/>
    <p:sldId id="317" r:id="rId34"/>
    <p:sldId id="318" r:id="rId35"/>
    <p:sldId id="385" r:id="rId36"/>
    <p:sldId id="393" r:id="rId37"/>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impleSmart" initials="S" lastIdx="1" clrIdx="0"/>
  <p:cmAuthor id="2" name="作者"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979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468" autoAdjust="0"/>
    <p:restoredTop sz="94660"/>
  </p:normalViewPr>
  <p:slideViewPr>
    <p:cSldViewPr>
      <p:cViewPr varScale="1">
        <p:scale>
          <a:sx n="110" d="100"/>
          <a:sy n="110" d="100"/>
        </p:scale>
        <p:origin x="1968" y="78"/>
      </p:cViewPr>
      <p:guideLst>
        <p:guide orient="horz" pos="2292"/>
        <p:guide pos="2879"/>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notesMaster" Target="notesMasters/notesMaster1.xml"/><Relationship Id="rId41" Type="http://schemas.openxmlformats.org/officeDocument/2006/relationships/commentAuthors" Target="commentAuthors.xml"/><Relationship Id="rId40" Type="http://schemas.openxmlformats.org/officeDocument/2006/relationships/tableStyles" Target="tableStyles.xml"/><Relationship Id="rId4" Type="http://schemas.openxmlformats.org/officeDocument/2006/relationships/slide" Target="slides/slide2.xml"/><Relationship Id="rId39" Type="http://schemas.openxmlformats.org/officeDocument/2006/relationships/viewProps" Target="viewProps.xml"/><Relationship Id="rId38" Type="http://schemas.openxmlformats.org/officeDocument/2006/relationships/presProps" Target="presProps.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ink/ink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1-10-27T08:11:06"/>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447 532,'3'1,"0"-1,1 1,1-1,-1 0,2 0,0 0,0 0,-1 0,-1 0,2 0,-3 0,0 0,0 0,1 0,1 0,-1 0,0 0,-1-2,0 2,0 0,0 0,1 0,-1 0,0 0,0 1,3-1,-3 0,1 2,-1-2,2 0,-2 1,1-1,-1 0,1 0,0 1,0-1,1 2,-1-2,0 0,-1 0,0 0,0 1,0 1,0-1,4 0,-1-1,-1 0,-2 0,0 0,1 0,-1 0,0 1,0-1,0 0,0 0,1 0,-1-1,3 1,-1-2,0 1,1-1,-3 1,1 0,1-1,-2 1,0 1,0-1,0 1,0 0,0 0,1 0,0 0,1 0,3 0,3 0,0 0,-1 0,0 0,2 0,-6 0,1 0,-3 0,0 0,-1 0,0 0,0 2,0-1,0 1,2 0,-2-1,0-1,0 0,2 0,-2 0,0 0,2-1,-2-1,0 2,0 0,0 0</inkml:trace>
</inkml:ink>
</file>

<file path=ppt/ink/ink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1-10-27T08:11:06"/>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761 728,'2'0</inkml:trace>
</inkml:ink>
</file>

<file path=ppt/ink/ink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1-10-27T08:11:06"/>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323 609,'2'0</inkml:trace>
</inkml:ink>
</file>

<file path=ppt/ink/ink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1-10-27T08:11:06"/>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1578 1040,'2'0</inkml:trace>
</inkml:ink>
</file>

<file path=ppt/ink/ink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1-10-27T08:11:06"/>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129 837,'19'0,"-11"0,-1 0,-2 0,0 0,-2 0,0 0,0 0,1 0,0 0,-1 0,1 0,1 0</inkml:trace>
</inkml:ink>
</file>

<file path=ppt/ink/ink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1-10-27T08:11:06"/>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1578 1040,'2'0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F54DF8C-4C82-4E1D-ACFB-E2E2D3E135B0}"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F7A4FEF-681B-40E5-A232-6D056FB2C7A4}"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9" Type="http://schemas.openxmlformats.org/officeDocument/2006/relationships/tags" Target="../tags/tag6.xml"/><Relationship Id="rId8" Type="http://schemas.openxmlformats.org/officeDocument/2006/relationships/tags" Target="../tags/tag5.xml"/><Relationship Id="rId7" Type="http://schemas.openxmlformats.org/officeDocument/2006/relationships/tags" Target="../tags/tag4.xml"/><Relationship Id="rId6" Type="http://schemas.openxmlformats.org/officeDocument/2006/relationships/tags" Target="../tags/tag3.xml"/><Relationship Id="rId5" Type="http://schemas.openxmlformats.org/officeDocument/2006/relationships/tags" Target="../tags/tag2.xml"/><Relationship Id="rId4" Type="http://schemas.openxmlformats.org/officeDocument/2006/relationships/image" Target="file:///C:\Users\1V994W2\PycharmProjects\PPT_Background_Generation/pic_temp/pic_sup.png" TargetMode="External"/><Relationship Id="rId3" Type="http://schemas.openxmlformats.org/officeDocument/2006/relationships/image" Target="../media/image1.png"/><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9" Type="http://schemas.openxmlformats.org/officeDocument/2006/relationships/tags" Target="../tags/tag10.xml"/><Relationship Id="rId8" Type="http://schemas.openxmlformats.org/officeDocument/2006/relationships/tags" Target="../tags/tag9.xml"/><Relationship Id="rId7" Type="http://schemas.openxmlformats.org/officeDocument/2006/relationships/image" Target="file:///C:\Users\1V994W2\PycharmProjects\PPT_Background_Generation/pic_temp/1_pic_quater_right_up.png" TargetMode="External"/><Relationship Id="rId6" Type="http://schemas.openxmlformats.org/officeDocument/2006/relationships/image" Target="../media/image3.png"/><Relationship Id="rId5" Type="http://schemas.openxmlformats.org/officeDocument/2006/relationships/tags" Target="../tags/tag8.xml"/><Relationship Id="rId4" Type="http://schemas.openxmlformats.org/officeDocument/2006/relationships/image" Target="file:///C:\Users\1V994W2\PycharmProjects\PPT_Background_Generation/pic_temp/0_pic_quater_left_up.png" TargetMode="External"/><Relationship Id="rId3" Type="http://schemas.openxmlformats.org/officeDocument/2006/relationships/image" Target="../media/image2.png"/><Relationship Id="rId2" Type="http://schemas.openxmlformats.org/officeDocument/2006/relationships/tags" Target="../tags/tag7.xml"/><Relationship Id="rId12" Type="http://schemas.openxmlformats.org/officeDocument/2006/relationships/tags" Target="../tags/tag13.xml"/><Relationship Id="rId11" Type="http://schemas.openxmlformats.org/officeDocument/2006/relationships/tags" Target="../tags/tag12.xml"/><Relationship Id="rId10" Type="http://schemas.openxmlformats.org/officeDocument/2006/relationships/tags" Target="../tags/tag11.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8" Type="http://schemas.openxmlformats.org/officeDocument/2006/relationships/tags" Target="../tags/tag18.xml"/><Relationship Id="rId7" Type="http://schemas.openxmlformats.org/officeDocument/2006/relationships/tags" Target="../tags/tag17.xml"/><Relationship Id="rId6" Type="http://schemas.openxmlformats.org/officeDocument/2006/relationships/tags" Target="../tags/tag16.xml"/><Relationship Id="rId5" Type="http://schemas.openxmlformats.org/officeDocument/2006/relationships/tags" Target="../tags/tag15.xml"/><Relationship Id="rId4" Type="http://schemas.openxmlformats.org/officeDocument/2006/relationships/image" Target="file:///C:\Users\1V994W2\PycharmProjects\PPT_Background_Generation/pic_temp/pic_half_top.png" TargetMode="External"/><Relationship Id="rId3" Type="http://schemas.openxmlformats.org/officeDocument/2006/relationships/image" Target="../media/image4.png"/><Relationship Id="rId2" Type="http://schemas.openxmlformats.org/officeDocument/2006/relationships/tags" Target="../tags/tag14.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9" Type="http://schemas.openxmlformats.org/officeDocument/2006/relationships/tags" Target="../tags/tag22.xml"/><Relationship Id="rId8" Type="http://schemas.openxmlformats.org/officeDocument/2006/relationships/tags" Target="../tags/tag21.xml"/><Relationship Id="rId7" Type="http://schemas.openxmlformats.org/officeDocument/2006/relationships/image" Target="file:///C:\Users\1V994W2\PycharmProjects\PPT_Background_Generation/pic_temp/1_pic_quater_right_up.png" TargetMode="External"/><Relationship Id="rId6" Type="http://schemas.openxmlformats.org/officeDocument/2006/relationships/image" Target="../media/image3.png"/><Relationship Id="rId5" Type="http://schemas.openxmlformats.org/officeDocument/2006/relationships/tags" Target="../tags/tag20.xml"/><Relationship Id="rId4" Type="http://schemas.openxmlformats.org/officeDocument/2006/relationships/image" Target="file:///C:\Users\1V994W2\PycharmProjects\PPT_Background_Generation/pic_temp/0_pic_quater_left_up.png" TargetMode="External"/><Relationship Id="rId3" Type="http://schemas.openxmlformats.org/officeDocument/2006/relationships/image" Target="../media/image2.png"/><Relationship Id="rId2" Type="http://schemas.openxmlformats.org/officeDocument/2006/relationships/tags" Target="../tags/tag19.xml"/><Relationship Id="rId13" Type="http://schemas.openxmlformats.org/officeDocument/2006/relationships/tags" Target="../tags/tag26.xml"/><Relationship Id="rId12" Type="http://schemas.openxmlformats.org/officeDocument/2006/relationships/tags" Target="../tags/tag25.xml"/><Relationship Id="rId11" Type="http://schemas.openxmlformats.org/officeDocument/2006/relationships/tags" Target="../tags/tag24.xml"/><Relationship Id="rId10" Type="http://schemas.openxmlformats.org/officeDocument/2006/relationships/tags" Target="../tags/tag23.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30.xml"/><Relationship Id="rId8" Type="http://schemas.openxmlformats.org/officeDocument/2006/relationships/tags" Target="../tags/tag29.xml"/><Relationship Id="rId7" Type="http://schemas.openxmlformats.org/officeDocument/2006/relationships/image" Target="file:///C:\Users\1V994W2\PycharmProjects\PPT_Background_Generation/pic_temp/1_pic_quater_right_up.png" TargetMode="External"/><Relationship Id="rId6" Type="http://schemas.openxmlformats.org/officeDocument/2006/relationships/image" Target="../media/image3.png"/><Relationship Id="rId5" Type="http://schemas.openxmlformats.org/officeDocument/2006/relationships/tags" Target="../tags/tag28.xml"/><Relationship Id="rId4" Type="http://schemas.openxmlformats.org/officeDocument/2006/relationships/image" Target="file:///C:\Users\1V994W2\PycharmProjects\PPT_Background_Generation/pic_temp/0_pic_quater_left_up.png" TargetMode="External"/><Relationship Id="rId3" Type="http://schemas.openxmlformats.org/officeDocument/2006/relationships/image" Target="../media/image2.png"/><Relationship Id="rId2" Type="http://schemas.openxmlformats.org/officeDocument/2006/relationships/tags" Target="../tags/tag27.xml"/><Relationship Id="rId15" Type="http://schemas.openxmlformats.org/officeDocument/2006/relationships/tags" Target="../tags/tag36.xml"/><Relationship Id="rId14" Type="http://schemas.openxmlformats.org/officeDocument/2006/relationships/tags" Target="../tags/tag35.xml"/><Relationship Id="rId13" Type="http://schemas.openxmlformats.org/officeDocument/2006/relationships/tags" Target="../tags/tag34.xml"/><Relationship Id="rId12" Type="http://schemas.openxmlformats.org/officeDocument/2006/relationships/tags" Target="../tags/tag33.xml"/><Relationship Id="rId11" Type="http://schemas.openxmlformats.org/officeDocument/2006/relationships/tags" Target="../tags/tag32.xml"/><Relationship Id="rId10" Type="http://schemas.openxmlformats.org/officeDocument/2006/relationships/tags" Target="../tags/tag31.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9" Type="http://schemas.openxmlformats.org/officeDocument/2006/relationships/tags" Target="../tags/tag42.xml"/><Relationship Id="rId8" Type="http://schemas.openxmlformats.org/officeDocument/2006/relationships/tags" Target="../tags/tag41.xml"/><Relationship Id="rId7" Type="http://schemas.openxmlformats.org/officeDocument/2006/relationships/tags" Target="../tags/tag40.xml"/><Relationship Id="rId6" Type="http://schemas.openxmlformats.org/officeDocument/2006/relationships/tags" Target="../tags/tag39.xml"/><Relationship Id="rId5" Type="http://schemas.openxmlformats.org/officeDocument/2006/relationships/tags" Target="../tags/tag38.xml"/><Relationship Id="rId4" Type="http://schemas.openxmlformats.org/officeDocument/2006/relationships/image" Target="file:///C:\Users\1V994W2\Documents\Tencent%20Files\574576071\FileRecv\&#25340;&#35013;&#32032;&#26448;\formiddle1\\15\subject_holdleft_111,134,161_0_staid_full_0.png" TargetMode="External"/><Relationship Id="rId3" Type="http://schemas.openxmlformats.org/officeDocument/2006/relationships/image" Target="../media/image5.png"/><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9" Type="http://schemas.openxmlformats.org/officeDocument/2006/relationships/tags" Target="../tags/tag49.xml"/><Relationship Id="rId8" Type="http://schemas.openxmlformats.org/officeDocument/2006/relationships/tags" Target="../tags/tag48.xml"/><Relationship Id="rId7" Type="http://schemas.openxmlformats.org/officeDocument/2006/relationships/image" Target="file:///C:\Users\1V994W2\PycharmProjects\PPT_Background_Generation/pic_temp/1_pic_quater_right_up.png" TargetMode="External"/><Relationship Id="rId6" Type="http://schemas.openxmlformats.org/officeDocument/2006/relationships/image" Target="../media/image3.png"/><Relationship Id="rId5" Type="http://schemas.openxmlformats.org/officeDocument/2006/relationships/tags" Target="../tags/tag47.xml"/><Relationship Id="rId4" Type="http://schemas.openxmlformats.org/officeDocument/2006/relationships/image" Target="file:///C:\Users\1V994W2\PycharmProjects\PPT_Background_Generation/pic_temp/0_pic_quater_left_up.png" TargetMode="External"/><Relationship Id="rId3" Type="http://schemas.openxmlformats.org/officeDocument/2006/relationships/image" Target="../media/image2.png"/><Relationship Id="rId2" Type="http://schemas.openxmlformats.org/officeDocument/2006/relationships/tags" Target="../tags/tag46.xml"/><Relationship Id="rId13" Type="http://schemas.openxmlformats.org/officeDocument/2006/relationships/tags" Target="../tags/tag53.xml"/><Relationship Id="rId12" Type="http://schemas.openxmlformats.org/officeDocument/2006/relationships/tags" Target="../tags/tag52.xml"/><Relationship Id="rId11" Type="http://schemas.openxmlformats.org/officeDocument/2006/relationships/tags" Target="../tags/tag51.xml"/><Relationship Id="rId10" Type="http://schemas.openxmlformats.org/officeDocument/2006/relationships/tags" Target="../tags/tag50.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9" Type="http://schemas.openxmlformats.org/officeDocument/2006/relationships/tags" Target="../tags/tag57.xml"/><Relationship Id="rId8" Type="http://schemas.openxmlformats.org/officeDocument/2006/relationships/tags" Target="../tags/tag56.xml"/><Relationship Id="rId7" Type="http://schemas.openxmlformats.org/officeDocument/2006/relationships/image" Target="file:///C:\Users\1V994W2\PycharmProjects\PPT_Background_Generation/pic_temp/1_pic_quater_right_up.png" TargetMode="External"/><Relationship Id="rId6" Type="http://schemas.openxmlformats.org/officeDocument/2006/relationships/image" Target="../media/image3.png"/><Relationship Id="rId5" Type="http://schemas.openxmlformats.org/officeDocument/2006/relationships/tags" Target="../tags/tag55.xml"/><Relationship Id="rId4" Type="http://schemas.openxmlformats.org/officeDocument/2006/relationships/image" Target="file:///C:\Users\1V994W2\PycharmProjects\PPT_Background_Generation/pic_temp/0_pic_quater_left_up.png" TargetMode="External"/><Relationship Id="rId3" Type="http://schemas.openxmlformats.org/officeDocument/2006/relationships/image" Target="../media/image2.png"/><Relationship Id="rId2" Type="http://schemas.openxmlformats.org/officeDocument/2006/relationships/tags" Target="../tags/tag54.xml"/><Relationship Id="rId12" Type="http://schemas.openxmlformats.org/officeDocument/2006/relationships/tags" Target="../tags/tag60.xml"/><Relationship Id="rId11" Type="http://schemas.openxmlformats.org/officeDocument/2006/relationships/tags" Target="../tags/tag59.xml"/><Relationship Id="rId10" Type="http://schemas.openxmlformats.org/officeDocument/2006/relationships/tags" Target="../tags/tag58.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9" Type="http://schemas.openxmlformats.org/officeDocument/2006/relationships/tags" Target="../tags/tag64.xml"/><Relationship Id="rId8" Type="http://schemas.openxmlformats.org/officeDocument/2006/relationships/tags" Target="../tags/tag63.xml"/><Relationship Id="rId7" Type="http://schemas.openxmlformats.org/officeDocument/2006/relationships/image" Target="file:///C:\Users\1V994W2\PycharmProjects\PPT_Background_Generation/pic_temp/1_pic_quater_right_up.png" TargetMode="External"/><Relationship Id="rId6" Type="http://schemas.openxmlformats.org/officeDocument/2006/relationships/image" Target="../media/image3.png"/><Relationship Id="rId5" Type="http://schemas.openxmlformats.org/officeDocument/2006/relationships/tags" Target="../tags/tag62.xml"/><Relationship Id="rId4" Type="http://schemas.openxmlformats.org/officeDocument/2006/relationships/image" Target="file:///C:\Users\1V994W2\PycharmProjects\PPT_Background_Generation/pic_temp/0_pic_quater_left_up.png" TargetMode="External"/><Relationship Id="rId3" Type="http://schemas.openxmlformats.org/officeDocument/2006/relationships/image" Target="../media/image2.png"/><Relationship Id="rId2" Type="http://schemas.openxmlformats.org/officeDocument/2006/relationships/tags" Target="../tags/tag61.xml"/><Relationship Id="rId11" Type="http://schemas.openxmlformats.org/officeDocument/2006/relationships/tags" Target="../tags/tag66.xml"/><Relationship Id="rId10" Type="http://schemas.openxmlformats.org/officeDocument/2006/relationships/tags" Target="../tags/tag65.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9" Type="http://schemas.openxmlformats.org/officeDocument/2006/relationships/tags" Target="../tags/tag72.xml"/><Relationship Id="rId8" Type="http://schemas.openxmlformats.org/officeDocument/2006/relationships/tags" Target="../tags/tag71.xml"/><Relationship Id="rId7" Type="http://schemas.openxmlformats.org/officeDocument/2006/relationships/tags" Target="../tags/tag70.xml"/><Relationship Id="rId6" Type="http://schemas.openxmlformats.org/officeDocument/2006/relationships/tags" Target="../tags/tag69.xml"/><Relationship Id="rId5" Type="http://schemas.openxmlformats.org/officeDocument/2006/relationships/tags" Target="../tags/tag68.xml"/><Relationship Id="rId4" Type="http://schemas.openxmlformats.org/officeDocument/2006/relationships/image" Target="file:///C:\Users\1V994W2\PycharmProjects\PPT_Background_Generation/pic_temp/pic_sup.png" TargetMode="External"/><Relationship Id="rId3" Type="http://schemas.openxmlformats.org/officeDocument/2006/relationships/image" Target="../media/image1.png"/><Relationship Id="rId2" Type="http://schemas.openxmlformats.org/officeDocument/2006/relationships/tags" Target="../tags/tag67.xml"/><Relationship Id="rId10" Type="http://schemas.openxmlformats.org/officeDocument/2006/relationships/tags" Target="../tags/tag73.xm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9" Type="http://schemas.openxmlformats.org/officeDocument/2006/relationships/tags" Target="../tags/tag77.xml"/><Relationship Id="rId8" Type="http://schemas.openxmlformats.org/officeDocument/2006/relationships/tags" Target="../tags/tag76.xml"/><Relationship Id="rId7" Type="http://schemas.openxmlformats.org/officeDocument/2006/relationships/image" Target="file:///C:\Users\1V994W2\PycharmProjects\PPT_Background_Generation/pic_temp/1_pic_quater_right_up.png" TargetMode="External"/><Relationship Id="rId6" Type="http://schemas.openxmlformats.org/officeDocument/2006/relationships/image" Target="../media/image3.png"/><Relationship Id="rId5" Type="http://schemas.openxmlformats.org/officeDocument/2006/relationships/tags" Target="../tags/tag75.xml"/><Relationship Id="rId4" Type="http://schemas.openxmlformats.org/officeDocument/2006/relationships/image" Target="file:///C:\Users\1V994W2\PycharmProjects\PPT_Background_Generation/pic_temp/0_pic_quater_left_up.png" TargetMode="External"/><Relationship Id="rId3" Type="http://schemas.openxmlformats.org/officeDocument/2006/relationships/image" Target="../media/image2.png"/><Relationship Id="rId2" Type="http://schemas.openxmlformats.org/officeDocument/2006/relationships/tags" Target="../tags/tag74.xml"/><Relationship Id="rId11" Type="http://schemas.openxmlformats.org/officeDocument/2006/relationships/tags" Target="../tags/tag79.xml"/><Relationship Id="rId10" Type="http://schemas.openxmlformats.org/officeDocument/2006/relationships/tags" Target="../tags/tag78.xml"/><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9" Type="http://schemas.openxmlformats.org/officeDocument/2006/relationships/tags" Target="../tags/tag83.xml"/><Relationship Id="rId8" Type="http://schemas.openxmlformats.org/officeDocument/2006/relationships/image" Target="file:///C:\Users\1V994W2\PycharmProjects\PPT_Background_Generation/pic_temp/1_pic_quater_right_up.png" TargetMode="External"/><Relationship Id="rId7" Type="http://schemas.openxmlformats.org/officeDocument/2006/relationships/image" Target="../media/image3.png"/><Relationship Id="rId6" Type="http://schemas.openxmlformats.org/officeDocument/2006/relationships/tags" Target="../tags/tag82.xml"/><Relationship Id="rId5" Type="http://schemas.openxmlformats.org/officeDocument/2006/relationships/image" Target="file:///C:\Users\1V994W2\PycharmProjects\PPT_Background_Generation/pic_temp/0_pic_quater_left_up.png" TargetMode="External"/><Relationship Id="rId4" Type="http://schemas.openxmlformats.org/officeDocument/2006/relationships/image" Target="../media/image2.png"/><Relationship Id="rId3" Type="http://schemas.openxmlformats.org/officeDocument/2006/relationships/tags" Target="../tags/tag81.xml"/><Relationship Id="rId2" Type="http://schemas.openxmlformats.org/officeDocument/2006/relationships/tags" Target="../tags/tag80.xml"/><Relationship Id="rId13" Type="http://schemas.openxmlformats.org/officeDocument/2006/relationships/tags" Target="../tags/tag87.xml"/><Relationship Id="rId12" Type="http://schemas.openxmlformats.org/officeDocument/2006/relationships/tags" Target="../tags/tag86.xml"/><Relationship Id="rId11" Type="http://schemas.openxmlformats.org/officeDocument/2006/relationships/tags" Target="../tags/tag85.xml"/><Relationship Id="rId10" Type="http://schemas.openxmlformats.org/officeDocument/2006/relationships/tags" Target="../tags/tag84.xml"/><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9" Type="http://schemas.openxmlformats.org/officeDocument/2006/relationships/tags" Target="../tags/tag93.xml"/><Relationship Id="rId8" Type="http://schemas.openxmlformats.org/officeDocument/2006/relationships/tags" Target="../tags/tag92.xml"/><Relationship Id="rId7" Type="http://schemas.openxmlformats.org/officeDocument/2006/relationships/tags" Target="../tags/tag91.xml"/><Relationship Id="rId6" Type="http://schemas.openxmlformats.org/officeDocument/2006/relationships/tags" Target="../tags/tag90.xml"/><Relationship Id="rId5" Type="http://schemas.openxmlformats.org/officeDocument/2006/relationships/image" Target="file:///C:\Users\1V994W2\PycharmProjects\PPT_Background_Generation/pic_temp/0_pic_quater_left_up.png" TargetMode="External"/><Relationship Id="rId4" Type="http://schemas.openxmlformats.org/officeDocument/2006/relationships/image" Target="../media/image2.png"/><Relationship Id="rId3" Type="http://schemas.openxmlformats.org/officeDocument/2006/relationships/tags" Target="../tags/tag89.xml"/><Relationship Id="rId2" Type="http://schemas.openxmlformats.org/officeDocument/2006/relationships/tags" Target="../tags/tag88.xml"/><Relationship Id="rId11" Type="http://schemas.openxmlformats.org/officeDocument/2006/relationships/tags" Target="../tags/tag95.xml"/><Relationship Id="rId10" Type="http://schemas.openxmlformats.org/officeDocument/2006/relationships/tags" Target="../tags/tag94.xml"/><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9" Type="http://schemas.openxmlformats.org/officeDocument/2006/relationships/tags" Target="../tags/tag99.xml"/><Relationship Id="rId8" Type="http://schemas.openxmlformats.org/officeDocument/2006/relationships/image" Target="file:///C:\Users\1V994W2\PycharmProjects\PPT_Background_Generation/pic_temp/1_pic_quater_right_up.png" TargetMode="External"/><Relationship Id="rId7" Type="http://schemas.openxmlformats.org/officeDocument/2006/relationships/image" Target="../media/image3.png"/><Relationship Id="rId6" Type="http://schemas.openxmlformats.org/officeDocument/2006/relationships/tags" Target="../tags/tag98.xml"/><Relationship Id="rId5" Type="http://schemas.openxmlformats.org/officeDocument/2006/relationships/image" Target="file:///C:\Users\1V994W2\PycharmProjects\PPT_Background_Generation/pic_temp/0_pic_quater_left_up.png" TargetMode="External"/><Relationship Id="rId4" Type="http://schemas.openxmlformats.org/officeDocument/2006/relationships/image" Target="../media/image2.png"/><Relationship Id="rId3" Type="http://schemas.openxmlformats.org/officeDocument/2006/relationships/tags" Target="../tags/tag97.xml"/><Relationship Id="rId2" Type="http://schemas.openxmlformats.org/officeDocument/2006/relationships/tags" Target="../tags/tag96.xml"/><Relationship Id="rId14" Type="http://schemas.openxmlformats.org/officeDocument/2006/relationships/tags" Target="../tags/tag104.xml"/><Relationship Id="rId13" Type="http://schemas.openxmlformats.org/officeDocument/2006/relationships/tags" Target="../tags/tag103.xml"/><Relationship Id="rId12" Type="http://schemas.openxmlformats.org/officeDocument/2006/relationships/tags" Target="../tags/tag102.xml"/><Relationship Id="rId11" Type="http://schemas.openxmlformats.org/officeDocument/2006/relationships/tags" Target="../tags/tag101.xml"/><Relationship Id="rId10" Type="http://schemas.openxmlformats.org/officeDocument/2006/relationships/tags" Target="../tags/tag100.xml"/><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9" Type="http://schemas.openxmlformats.org/officeDocument/2006/relationships/tags" Target="../tags/tag108.xml"/><Relationship Id="rId8" Type="http://schemas.openxmlformats.org/officeDocument/2006/relationships/image" Target="file:///C:\Users\1V994W2\PycharmProjects\PPT_Background_Generation/pic_temp/1_pic_quater_right_up.png" TargetMode="External"/><Relationship Id="rId7" Type="http://schemas.openxmlformats.org/officeDocument/2006/relationships/image" Target="../media/image3.png"/><Relationship Id="rId6" Type="http://schemas.openxmlformats.org/officeDocument/2006/relationships/tags" Target="../tags/tag107.xml"/><Relationship Id="rId5" Type="http://schemas.openxmlformats.org/officeDocument/2006/relationships/image" Target="file:///C:\Users\1V994W2\PycharmProjects\PPT_Background_Generation/pic_temp/0_pic_quater_left_up.png" TargetMode="External"/><Relationship Id="rId4" Type="http://schemas.openxmlformats.org/officeDocument/2006/relationships/image" Target="../media/image2.png"/><Relationship Id="rId3" Type="http://schemas.openxmlformats.org/officeDocument/2006/relationships/tags" Target="../tags/tag106.xml"/><Relationship Id="rId2" Type="http://schemas.openxmlformats.org/officeDocument/2006/relationships/tags" Target="../tags/tag105.xml"/><Relationship Id="rId14" Type="http://schemas.openxmlformats.org/officeDocument/2006/relationships/tags" Target="../tags/tag113.xml"/><Relationship Id="rId13" Type="http://schemas.openxmlformats.org/officeDocument/2006/relationships/tags" Target="../tags/tag112.xml"/><Relationship Id="rId12" Type="http://schemas.openxmlformats.org/officeDocument/2006/relationships/tags" Target="../tags/tag111.xml"/><Relationship Id="rId11" Type="http://schemas.openxmlformats.org/officeDocument/2006/relationships/tags" Target="../tags/tag110.xml"/><Relationship Id="rId10" Type="http://schemas.openxmlformats.org/officeDocument/2006/relationships/tags" Target="../tags/tag109.xml"/><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9" Type="http://schemas.openxmlformats.org/officeDocument/2006/relationships/tags" Target="../tags/tag117.xml"/><Relationship Id="rId8" Type="http://schemas.openxmlformats.org/officeDocument/2006/relationships/image" Target="file:///C:\Users\1V994W2\PycharmProjects\PPT_Background_Generation/pic_temp/1_pic_quater_right_up.png" TargetMode="External"/><Relationship Id="rId7" Type="http://schemas.openxmlformats.org/officeDocument/2006/relationships/image" Target="../media/image3.png"/><Relationship Id="rId6" Type="http://schemas.openxmlformats.org/officeDocument/2006/relationships/tags" Target="../tags/tag116.xml"/><Relationship Id="rId5" Type="http://schemas.openxmlformats.org/officeDocument/2006/relationships/image" Target="file:///C:\Users\1V994W2\PycharmProjects\PPT_Background_Generation/pic_temp/0_pic_quater_left_up.png" TargetMode="External"/><Relationship Id="rId4" Type="http://schemas.openxmlformats.org/officeDocument/2006/relationships/image" Target="../media/image2.png"/><Relationship Id="rId3" Type="http://schemas.openxmlformats.org/officeDocument/2006/relationships/tags" Target="../tags/tag115.xml"/><Relationship Id="rId2" Type="http://schemas.openxmlformats.org/officeDocument/2006/relationships/tags" Target="../tags/tag114.xml"/><Relationship Id="rId16" Type="http://schemas.openxmlformats.org/officeDocument/2006/relationships/tags" Target="../tags/tag124.xml"/><Relationship Id="rId15" Type="http://schemas.openxmlformats.org/officeDocument/2006/relationships/tags" Target="../tags/tag123.xml"/><Relationship Id="rId14" Type="http://schemas.openxmlformats.org/officeDocument/2006/relationships/tags" Target="../tags/tag122.xml"/><Relationship Id="rId13" Type="http://schemas.openxmlformats.org/officeDocument/2006/relationships/tags" Target="../tags/tag121.xml"/><Relationship Id="rId12" Type="http://schemas.openxmlformats.org/officeDocument/2006/relationships/tags" Target="../tags/tag120.xml"/><Relationship Id="rId11" Type="http://schemas.openxmlformats.org/officeDocument/2006/relationships/tags" Target="../tags/tag119.xml"/><Relationship Id="rId10" Type="http://schemas.openxmlformats.org/officeDocument/2006/relationships/tags" Target="../tags/tag118.xml"/><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9" Type="http://schemas.openxmlformats.org/officeDocument/2006/relationships/tags" Target="../tags/tag128.xml"/><Relationship Id="rId8" Type="http://schemas.openxmlformats.org/officeDocument/2006/relationships/image" Target="file:///C:\Users\1V994W2\PycharmProjects\PPT_Background_Generation/pic_temp/1_pic_quater_right_up.png" TargetMode="External"/><Relationship Id="rId7" Type="http://schemas.openxmlformats.org/officeDocument/2006/relationships/image" Target="../media/image3.png"/><Relationship Id="rId6" Type="http://schemas.openxmlformats.org/officeDocument/2006/relationships/tags" Target="../tags/tag127.xml"/><Relationship Id="rId5" Type="http://schemas.openxmlformats.org/officeDocument/2006/relationships/image" Target="file:///C:\Users\1V994W2\PycharmProjects\PPT_Background_Generation/pic_temp/0_pic_quater_left_up.png" TargetMode="External"/><Relationship Id="rId4" Type="http://schemas.openxmlformats.org/officeDocument/2006/relationships/image" Target="../media/image2.png"/><Relationship Id="rId3" Type="http://schemas.openxmlformats.org/officeDocument/2006/relationships/tags" Target="../tags/tag126.xml"/><Relationship Id="rId2" Type="http://schemas.openxmlformats.org/officeDocument/2006/relationships/tags" Target="../tags/tag125.xml"/><Relationship Id="rId13" Type="http://schemas.openxmlformats.org/officeDocument/2006/relationships/tags" Target="../tags/tag132.xml"/><Relationship Id="rId12" Type="http://schemas.openxmlformats.org/officeDocument/2006/relationships/tags" Target="../tags/tag131.xml"/><Relationship Id="rId11" Type="http://schemas.openxmlformats.org/officeDocument/2006/relationships/tags" Target="../tags/tag130.xml"/><Relationship Id="rId10" Type="http://schemas.openxmlformats.org/officeDocument/2006/relationships/tags" Target="../tags/tag129.xml"/><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tx2"/>
        </a:solidFill>
        <a:effectLst/>
      </p:bgPr>
    </p:bg>
    <p:spTree>
      <p:nvGrpSpPr>
        <p:cNvPr id="1" name=""/>
        <p:cNvGrpSpPr/>
        <p:nvPr/>
      </p:nvGrpSpPr>
      <p:grpSpPr>
        <a:xfrm>
          <a:off x="0" y="0"/>
          <a:ext cx="0" cy="0"/>
          <a:chOff x="0" y="0"/>
          <a:chExt cx="0" cy="0"/>
        </a:xfrm>
      </p:grpSpPr>
      <p:pic>
        <p:nvPicPr>
          <p:cNvPr id="5" name="图片 4"/>
          <p:cNvPicPr/>
          <p:nvPr>
            <p:custDataLst>
              <p:tags r:id="rId2"/>
            </p:custDataLst>
          </p:nvPr>
        </p:nvPicPr>
        <p:blipFill>
          <a:blip r:embed="rId3" r:link="rId4">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6" name="日期占位符 15"/>
          <p:cNvSpPr>
            <a:spLocks noGrp="1"/>
          </p:cNvSpPr>
          <p:nvPr>
            <p:ph type="dt" sz="half" idx="10"/>
            <p:custDataLst>
              <p:tags r:id="rId5"/>
            </p:custDataLst>
          </p:nvPr>
        </p:nvSpPr>
        <p:spPr>
          <a:xfrm>
            <a:off x="659807" y="6349833"/>
            <a:ext cx="2025000" cy="3168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6"/>
            </p:custDataLst>
          </p:nvPr>
        </p:nvSpPr>
        <p:spPr>
          <a:xfrm>
            <a:off x="3087000" y="6349833"/>
            <a:ext cx="2970000" cy="3168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dirty="0"/>
          </a:p>
        </p:txBody>
      </p:sp>
      <p:sp>
        <p:nvSpPr>
          <p:cNvPr id="18" name="灯片编号占位符 17"/>
          <p:cNvSpPr>
            <a:spLocks noGrp="1"/>
          </p:cNvSpPr>
          <p:nvPr>
            <p:ph type="sldNum" sz="quarter" idx="12"/>
            <p:custDataLst>
              <p:tags r:id="rId7"/>
            </p:custDataLst>
          </p:nvPr>
        </p:nvSpPr>
        <p:spPr>
          <a:xfrm>
            <a:off x="6457950" y="6349833"/>
            <a:ext cx="2025000" cy="3168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dirty="0"/>
          </a:p>
        </p:txBody>
      </p:sp>
      <p:sp>
        <p:nvSpPr>
          <p:cNvPr id="3" name="标题 2"/>
          <p:cNvSpPr>
            <a:spLocks noGrp="1"/>
          </p:cNvSpPr>
          <p:nvPr>
            <p:ph type="ctrTitle" idx="14" hasCustomPrompt="1"/>
            <p:custDataLst>
              <p:tags r:id="rId8"/>
            </p:custDataLst>
          </p:nvPr>
        </p:nvSpPr>
        <p:spPr>
          <a:xfrm>
            <a:off x="2376729" y="2653386"/>
            <a:ext cx="4762500" cy="1330960"/>
          </a:xfrm>
        </p:spPr>
        <p:txBody>
          <a:bodyPr vert="horz" wrap="square" lIns="0" tIns="0" rIns="0" bIns="0" anchor="ctr" anchorCtr="0">
            <a:normAutofit/>
          </a:bodyPr>
          <a:lstStyle>
            <a:lvl1pPr marL="0" marR="0" indent="0" algn="dist" defTabSz="914400" rtl="0" eaLnBrk="1" fontAlgn="auto" latinLnBrk="0" hangingPunct="1">
              <a:lnSpc>
                <a:spcPct val="100000"/>
              </a:lnSpc>
              <a:spcBef>
                <a:spcPct val="0"/>
              </a:spcBef>
              <a:spcAft>
                <a:spcPts val="0"/>
              </a:spcAft>
              <a:buClrTx/>
              <a:buSzPts val="7200"/>
              <a:buFont typeface="Arial" panose="020B0604020202020204" pitchFamily="34" charset="0"/>
              <a:buNone/>
              <a:defRPr sz="5400" b="0" spc="-200">
                <a:solidFill>
                  <a:schemeClr val="bg1"/>
                </a:solidFill>
                <a:latin typeface="Arial" panose="020B0604020202020204" pitchFamily="34" charset="0"/>
                <a:ea typeface="汉仪旗黑-85S" panose="00020600040101010101" pitchFamily="18" charset="-122"/>
              </a:defRPr>
            </a:lvl1pPr>
          </a:lstStyle>
          <a:p>
            <a:r>
              <a:rPr lang="zh-CN" altLang="en-US"/>
              <a:t>编辑标题</a:t>
            </a:r>
            <a:endParaRPr lang="zh-CN" altLang="en-US"/>
          </a:p>
        </p:txBody>
      </p:sp>
      <p:sp>
        <p:nvSpPr>
          <p:cNvPr id="2" name="副标题 1"/>
          <p:cNvSpPr>
            <a:spLocks noGrp="1"/>
          </p:cNvSpPr>
          <p:nvPr>
            <p:ph type="subTitle" idx="13" hasCustomPrompt="1"/>
            <p:custDataLst>
              <p:tags r:id="rId9"/>
            </p:custDataLst>
          </p:nvPr>
        </p:nvSpPr>
        <p:spPr>
          <a:xfrm>
            <a:off x="2376729" y="4227376"/>
            <a:ext cx="4762500" cy="764868"/>
          </a:xfrm>
        </p:spPr>
        <p:txBody>
          <a:bodyPr vert="horz" wrap="square" lIns="0" tIns="0" rIns="0" bIns="0" anchor="t" anchorCtr="0">
            <a:normAutofit/>
          </a:bodyPr>
          <a:lstStyle>
            <a:lvl1pPr marL="0" marR="0" indent="0" algn="ctr" defTabSz="914400" rtl="0" eaLnBrk="1" fontAlgn="auto" latinLnBrk="0" hangingPunct="1">
              <a:lnSpc>
                <a:spcPct val="100000"/>
              </a:lnSpc>
              <a:spcBef>
                <a:spcPts val="0"/>
              </a:spcBef>
              <a:spcAft>
                <a:spcPts val="0"/>
              </a:spcAft>
              <a:buClrTx/>
              <a:buSzPts val="2000"/>
              <a:buFont typeface="Arial" panose="020B0604020202020204" pitchFamily="34" charset="0"/>
              <a:buNone/>
              <a:defRPr sz="1800" b="0" spc="200">
                <a:solidFill>
                  <a:schemeClr val="bg1"/>
                </a:solidFill>
                <a:latin typeface="Arial" panose="020B0604020202020204" pitchFamily="34" charset="0"/>
                <a:ea typeface="微软雅黑" panose="020B0503020204020204" charset="-122"/>
              </a:defRPr>
            </a:lvl1pPr>
            <a:lvl2pPr marL="342900" indent="0" algn="ctr">
              <a:buNone/>
            </a:lvl2pPr>
            <a:lvl3pPr marL="685800" indent="0" algn="ctr">
              <a:buNone/>
            </a:lvl3pPr>
            <a:lvl4pPr marL="1028700" indent="0" algn="ctr">
              <a:buNone/>
            </a:lvl4pPr>
            <a:lvl5pPr marL="1371600" indent="0" algn="ctr">
              <a:buNone/>
            </a:lvl5pPr>
            <a:lvl6pPr marL="1714500" indent="0" algn="ctr">
              <a:buNone/>
            </a:lvl6pPr>
            <a:lvl7pPr marL="2057400" indent="0" algn="ctr">
              <a:buNone/>
            </a:lvl7pPr>
            <a:lvl8pPr marL="2400300" indent="0" algn="ctr">
              <a:buNone/>
            </a:lvl8pPr>
            <a:lvl9pPr marL="2743200" indent="0" algn="ctr">
              <a:buNone/>
            </a:lvl9pPr>
          </a:lstStyle>
          <a:p>
            <a:r>
              <a:rPr lang="zh-CN" altLang="en-US" dirty="0"/>
              <a:t>单击此处编辑副标题</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2"/>
        </a:solidFill>
        <a:effectLst/>
      </p:bgPr>
    </p:bg>
    <p:spTree>
      <p:nvGrpSpPr>
        <p:cNvPr id="1" name=""/>
        <p:cNvGrpSpPr/>
        <p:nvPr/>
      </p:nvGrpSpPr>
      <p:grpSpPr>
        <a:xfrm>
          <a:off x="0" y="0"/>
          <a:ext cx="0" cy="0"/>
          <a:chOff x="0" y="0"/>
          <a:chExt cx="0" cy="0"/>
        </a:xfrm>
      </p:grpSpPr>
      <p:pic>
        <p:nvPicPr>
          <p:cNvPr id="8" name="图片 7"/>
          <p:cNvPicPr/>
          <p:nvPr>
            <p:custDataLst>
              <p:tags r:id="rId2"/>
            </p:custDataLst>
          </p:nvPr>
        </p:nvPicPr>
        <p:blipFill>
          <a:blip r:embed="rId3" r:link="rId4" cstate="print">
            <a:extLst>
              <a:ext uri="{28A0092B-C50C-407E-A947-70E740481C1C}">
                <a14:useLocalDpi xmlns:a14="http://schemas.microsoft.com/office/drawing/2010/main" val="0"/>
              </a:ext>
            </a:extLst>
          </a:blip>
          <a:stretch>
            <a:fillRect/>
          </a:stretch>
        </p:blipFill>
        <p:spPr>
          <a:xfrm>
            <a:off x="0" y="0"/>
            <a:ext cx="540068" cy="514350"/>
          </a:xfrm>
          <a:prstGeom prst="rect">
            <a:avLst/>
          </a:prstGeom>
        </p:spPr>
      </p:pic>
      <p:pic>
        <p:nvPicPr>
          <p:cNvPr id="7" name="图片 6"/>
          <p:cNvPicPr/>
          <p:nvPr>
            <p:custDataLst>
              <p:tags r:id="rId5"/>
            </p:custDataLst>
          </p:nvPr>
        </p:nvPicPr>
        <p:blipFill>
          <a:blip r:embed="rId6" r:link="rId7" cstate="print">
            <a:extLst>
              <a:ext uri="{28A0092B-C50C-407E-A947-70E740481C1C}">
                <a14:useLocalDpi xmlns:a14="http://schemas.microsoft.com/office/drawing/2010/main" val="0"/>
              </a:ext>
            </a:extLst>
          </a:blip>
          <a:stretch>
            <a:fillRect/>
          </a:stretch>
        </p:blipFill>
        <p:spPr>
          <a:xfrm>
            <a:off x="8603933" y="0"/>
            <a:ext cx="540068" cy="514350"/>
          </a:xfrm>
          <a:prstGeom prst="rect">
            <a:avLst/>
          </a:prstGeom>
        </p:spPr>
      </p:pic>
      <p:sp>
        <p:nvSpPr>
          <p:cNvPr id="2" name="标题 1"/>
          <p:cNvSpPr>
            <a:spLocks noGrp="1"/>
          </p:cNvSpPr>
          <p:nvPr>
            <p:ph type="title"/>
            <p:custDataLst>
              <p:tags r:id="rId8"/>
            </p:custDataLst>
          </p:nvPr>
        </p:nvSpPr>
        <p:spPr>
          <a:xfrm>
            <a:off x="502412" y="443234"/>
            <a:ext cx="8139178" cy="441964"/>
          </a:xfrm>
        </p:spPr>
        <p:txBody>
          <a:bodyPr vert="horz" wrap="square" lIns="90170" tIns="46990" rIns="90170" bIns="46990" rtlCol="0" anchor="ctr" anchorCtr="0">
            <a:normAutofit/>
          </a:bodyPr>
          <a:lstStyle>
            <a:lvl1pPr marL="0" marR="0" algn="l" defTabSz="914400" rtl="0" eaLnBrk="1" fontAlgn="auto" latinLnBrk="0" hangingPunct="1">
              <a:lnSpc>
                <a:spcPct val="100000"/>
              </a:lnSpc>
              <a:buNone/>
              <a:defRPr kumimoji="0" lang="zh-CN" altLang="en-US" sz="1800" b="1"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idx="1"/>
            <p:custDataLst>
              <p:tags r:id="rId9"/>
            </p:custDataLst>
          </p:nvPr>
        </p:nvSpPr>
        <p:spPr>
          <a:xfrm>
            <a:off x="502412" y="952508"/>
            <a:ext cx="8139178" cy="5388907"/>
          </a:xfrm>
        </p:spPr>
        <p:txBody>
          <a:bodyPr vert="horz" wrap="square" lIns="90170" tIns="46990" rIns="90170" bIns="46990" rtlCol="0">
            <a:norm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日期占位符 3"/>
          <p:cNvSpPr>
            <a:spLocks noGrp="1"/>
          </p:cNvSpPr>
          <p:nvPr>
            <p:ph type="dt" sz="half" idx="10"/>
            <p:custDataLst>
              <p:tags r:id="rId10"/>
            </p:custDataLst>
          </p:nvPr>
        </p:nvSpPr>
        <p:spPr>
          <a:xfrm>
            <a:off x="659807" y="6349833"/>
            <a:ext cx="2025000" cy="3168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11"/>
            </p:custDataLst>
          </p:nvPr>
        </p:nvSpPr>
        <p:spPr>
          <a:xfrm>
            <a:off x="3087000" y="6349833"/>
            <a:ext cx="2970000" cy="3168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a:p>
        </p:txBody>
      </p:sp>
      <p:sp>
        <p:nvSpPr>
          <p:cNvPr id="6" name="灯片编号占位符 5"/>
          <p:cNvSpPr>
            <a:spLocks noGrp="1"/>
          </p:cNvSpPr>
          <p:nvPr>
            <p:ph type="sldNum" sz="quarter" idx="12"/>
            <p:custDataLst>
              <p:tags r:id="rId12"/>
            </p:custDataLst>
          </p:nvPr>
        </p:nvSpPr>
        <p:spPr>
          <a:xfrm>
            <a:off x="6457950" y="6349833"/>
            <a:ext cx="2025000" cy="3168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节标题">
    <p:bg>
      <p:bgPr>
        <a:solidFill>
          <a:schemeClr val="tx2"/>
        </a:solidFill>
        <a:effectLst/>
      </p:bgPr>
    </p:bg>
    <p:spTree>
      <p:nvGrpSpPr>
        <p:cNvPr id="1" name=""/>
        <p:cNvGrpSpPr/>
        <p:nvPr/>
      </p:nvGrpSpPr>
      <p:grpSpPr>
        <a:xfrm>
          <a:off x="0" y="0"/>
          <a:ext cx="0" cy="0"/>
          <a:chOff x="0" y="0"/>
          <a:chExt cx="0" cy="0"/>
        </a:xfrm>
      </p:grpSpPr>
      <p:pic>
        <p:nvPicPr>
          <p:cNvPr id="7" name="图片 6"/>
          <p:cNvPicPr/>
          <p:nvPr>
            <p:custDataLst>
              <p:tags r:id="rId2"/>
            </p:custDataLst>
          </p:nvPr>
        </p:nvPicPr>
        <p:blipFill>
          <a:blip r:embed="rId3" r:link="rId4" cstate="print">
            <a:extLst>
              <a:ext uri="{28A0092B-C50C-407E-A947-70E740481C1C}">
                <a14:useLocalDpi xmlns:a14="http://schemas.microsoft.com/office/drawing/2010/main" val="0"/>
              </a:ext>
            </a:extLst>
          </a:blip>
          <a:stretch>
            <a:fillRect/>
          </a:stretch>
        </p:blipFill>
        <p:spPr>
          <a:xfrm>
            <a:off x="3048000" y="5716016"/>
            <a:ext cx="3048000" cy="1141984"/>
          </a:xfrm>
          <a:prstGeom prst="rect">
            <a:avLst/>
          </a:prstGeom>
        </p:spPr>
      </p:pic>
      <p:sp>
        <p:nvSpPr>
          <p:cNvPr id="4" name="日期占位符 3"/>
          <p:cNvSpPr>
            <a:spLocks noGrp="1"/>
          </p:cNvSpPr>
          <p:nvPr>
            <p:ph type="dt" sz="half" idx="10"/>
            <p:custDataLst>
              <p:tags r:id="rId5"/>
            </p:custDataLst>
          </p:nvPr>
        </p:nvSpPr>
        <p:spPr>
          <a:xfrm>
            <a:off x="659807" y="6349833"/>
            <a:ext cx="2025000" cy="3168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6"/>
            </p:custDataLst>
          </p:nvPr>
        </p:nvSpPr>
        <p:spPr>
          <a:xfrm>
            <a:off x="3087000" y="6349833"/>
            <a:ext cx="2970000" cy="3168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a:p>
        </p:txBody>
      </p:sp>
      <p:sp>
        <p:nvSpPr>
          <p:cNvPr id="6" name="灯片编号占位符 5"/>
          <p:cNvSpPr>
            <a:spLocks noGrp="1"/>
          </p:cNvSpPr>
          <p:nvPr>
            <p:ph type="sldNum" sz="quarter" idx="12"/>
            <p:custDataLst>
              <p:tags r:id="rId7"/>
            </p:custDataLst>
          </p:nvPr>
        </p:nvSpPr>
        <p:spPr>
          <a:xfrm>
            <a:off x="6457950" y="6349833"/>
            <a:ext cx="2025000" cy="3168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a:p>
        </p:txBody>
      </p:sp>
      <p:sp>
        <p:nvSpPr>
          <p:cNvPr id="3" name="标题 2"/>
          <p:cNvSpPr>
            <a:spLocks noGrp="1"/>
          </p:cNvSpPr>
          <p:nvPr>
            <p:ph type="title" hasCustomPrompt="1"/>
            <p:custDataLst>
              <p:tags r:id="rId8"/>
            </p:custDataLst>
          </p:nvPr>
        </p:nvSpPr>
        <p:spPr>
          <a:xfrm>
            <a:off x="2350495" y="3429000"/>
            <a:ext cx="4443011" cy="918537"/>
          </a:xfrm>
        </p:spPr>
        <p:txBody>
          <a:bodyPr>
            <a:normAutofit/>
          </a:bodyPr>
          <a:lstStyle>
            <a:lvl1pPr algn="ctr">
              <a:defRPr sz="2700"/>
            </a:lvl1pPr>
          </a:lstStyle>
          <a:p>
            <a:r>
              <a:rPr lang="zh-CN" altLang="en-US" dirty="0"/>
              <a:t>单击此处编辑标题</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2"/>
        </a:solidFill>
        <a:effectLst/>
      </p:bgPr>
    </p:bg>
    <p:spTree>
      <p:nvGrpSpPr>
        <p:cNvPr id="1" name=""/>
        <p:cNvGrpSpPr/>
        <p:nvPr/>
      </p:nvGrpSpPr>
      <p:grpSpPr>
        <a:xfrm>
          <a:off x="0" y="0"/>
          <a:ext cx="0" cy="0"/>
          <a:chOff x="0" y="0"/>
          <a:chExt cx="0" cy="0"/>
        </a:xfrm>
      </p:grpSpPr>
      <p:pic>
        <p:nvPicPr>
          <p:cNvPr id="9" name="图片 8"/>
          <p:cNvPicPr/>
          <p:nvPr>
            <p:custDataLst>
              <p:tags r:id="rId2"/>
            </p:custDataLst>
          </p:nvPr>
        </p:nvPicPr>
        <p:blipFill>
          <a:blip r:embed="rId3" r:link="rId4" cstate="print">
            <a:extLst>
              <a:ext uri="{28A0092B-C50C-407E-A947-70E740481C1C}">
                <a14:useLocalDpi xmlns:a14="http://schemas.microsoft.com/office/drawing/2010/main" val="0"/>
              </a:ext>
            </a:extLst>
          </a:blip>
          <a:stretch>
            <a:fillRect/>
          </a:stretch>
        </p:blipFill>
        <p:spPr>
          <a:xfrm>
            <a:off x="0" y="0"/>
            <a:ext cx="540068" cy="514350"/>
          </a:xfrm>
          <a:prstGeom prst="rect">
            <a:avLst/>
          </a:prstGeom>
        </p:spPr>
      </p:pic>
      <p:pic>
        <p:nvPicPr>
          <p:cNvPr id="8" name="图片 7"/>
          <p:cNvPicPr/>
          <p:nvPr>
            <p:custDataLst>
              <p:tags r:id="rId5"/>
            </p:custDataLst>
          </p:nvPr>
        </p:nvPicPr>
        <p:blipFill>
          <a:blip r:embed="rId6" r:link="rId7" cstate="print">
            <a:extLst>
              <a:ext uri="{28A0092B-C50C-407E-A947-70E740481C1C}">
                <a14:useLocalDpi xmlns:a14="http://schemas.microsoft.com/office/drawing/2010/main" val="0"/>
              </a:ext>
            </a:extLst>
          </a:blip>
          <a:stretch>
            <a:fillRect/>
          </a:stretch>
        </p:blipFill>
        <p:spPr>
          <a:xfrm>
            <a:off x="8603933" y="0"/>
            <a:ext cx="540068" cy="514350"/>
          </a:xfrm>
          <a:prstGeom prst="rect">
            <a:avLst/>
          </a:prstGeom>
        </p:spPr>
      </p:pic>
      <p:sp>
        <p:nvSpPr>
          <p:cNvPr id="2" name="标题 1"/>
          <p:cNvSpPr>
            <a:spLocks noGrp="1"/>
          </p:cNvSpPr>
          <p:nvPr>
            <p:ph type="title"/>
            <p:custDataLst>
              <p:tags r:id="rId8"/>
            </p:custDataLst>
          </p:nvPr>
        </p:nvSpPr>
        <p:spPr>
          <a:xfrm>
            <a:off x="502412" y="443234"/>
            <a:ext cx="8139178" cy="441964"/>
          </a:xfrm>
        </p:spPr>
        <p:txBody>
          <a:bodyPr vert="horz" wrap="square" lIns="90170" tIns="46990" rIns="90170" bIns="46990" rtlCol="0" anchor="ctr" anchorCtr="0">
            <a:normAutofit/>
          </a:bodyPr>
          <a:lstStyle>
            <a:lvl1pPr marL="0" marR="0" lvl="0" algn="l" defTabSz="914400" rtl="0" eaLnBrk="1" fontAlgn="auto" latinLnBrk="0" hangingPunct="1">
              <a:lnSpc>
                <a:spcPct val="100000"/>
              </a:lnSpc>
              <a:buNone/>
              <a:defRPr kumimoji="0" lang="zh-CN" altLang="en-US" sz="1800" b="1"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j-cs"/>
                <a:sym typeface="+mn-ea"/>
              </a:defRPr>
            </a:lvl1pPr>
          </a:lstStyle>
          <a:p>
            <a:pPr lvl="0"/>
            <a:r>
              <a:rPr>
                <a:sym typeface="+mn-ea"/>
              </a:rPr>
              <a:t>单击此处编辑母版标题样式</a:t>
            </a:r>
            <a:endParaRPr>
              <a:sym typeface="+mn-ea"/>
            </a:endParaRPr>
          </a:p>
        </p:txBody>
      </p:sp>
      <p:sp>
        <p:nvSpPr>
          <p:cNvPr id="3" name="内容占位符 2"/>
          <p:cNvSpPr>
            <a:spLocks noGrp="1"/>
          </p:cNvSpPr>
          <p:nvPr>
            <p:ph sz="half" idx="1"/>
            <p:custDataLst>
              <p:tags r:id="rId9"/>
            </p:custDataLst>
          </p:nvPr>
        </p:nvSpPr>
        <p:spPr>
          <a:xfrm>
            <a:off x="502448" y="952508"/>
            <a:ext cx="3962432" cy="5388907"/>
          </a:xfrm>
        </p:spPr>
        <p:txBody>
          <a:bodyPr vert="horz" wrap="square" lIns="90170" tIns="46990" rIns="90170" bIns="46990" rtlCol="0">
            <a:norm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5pPr>
          </a:lstStyle>
          <a:p>
            <a:pPr lvl="0"/>
            <a:r>
              <a:rPr>
                <a:sym typeface="+mn-ea"/>
              </a:rPr>
              <a:t>单击此处编辑母版文本样式</a:t>
            </a:r>
            <a:endParaRPr>
              <a:sym typeface="+mn-ea"/>
            </a:endParaRPr>
          </a:p>
          <a:p>
            <a:pPr lvl="1"/>
            <a:r>
              <a:rPr>
                <a:sym typeface="+mn-ea"/>
              </a:rPr>
              <a:t>第二级</a:t>
            </a:r>
            <a:endParaRPr>
              <a:sym typeface="+mn-ea"/>
            </a:endParaRPr>
          </a:p>
          <a:p>
            <a:pPr lvl="2"/>
            <a:r>
              <a:rPr>
                <a:sym typeface="+mn-ea"/>
              </a:rPr>
              <a:t>第三级</a:t>
            </a:r>
            <a:endParaRPr>
              <a:sym typeface="+mn-ea"/>
            </a:endParaRPr>
          </a:p>
          <a:p>
            <a:pPr lvl="3"/>
            <a:r>
              <a:rPr>
                <a:sym typeface="+mn-ea"/>
              </a:rPr>
              <a:t>第四级</a:t>
            </a:r>
            <a:endParaRPr>
              <a:sym typeface="+mn-ea"/>
            </a:endParaRPr>
          </a:p>
          <a:p>
            <a:pPr lvl="4"/>
            <a:r>
              <a:rPr>
                <a:sym typeface="+mn-ea"/>
              </a:rPr>
              <a:t>第五级</a:t>
            </a:r>
            <a:endParaRPr>
              <a:sym typeface="+mn-ea"/>
            </a:endParaRPr>
          </a:p>
        </p:txBody>
      </p:sp>
      <p:sp>
        <p:nvSpPr>
          <p:cNvPr id="4" name="内容占位符 3"/>
          <p:cNvSpPr>
            <a:spLocks noGrp="1"/>
          </p:cNvSpPr>
          <p:nvPr>
            <p:ph sz="half" idx="2"/>
            <p:custDataLst>
              <p:tags r:id="rId10"/>
            </p:custDataLst>
          </p:nvPr>
        </p:nvSpPr>
        <p:spPr>
          <a:xfrm>
            <a:off x="4679158" y="952508"/>
            <a:ext cx="3962432" cy="5388907"/>
          </a:xfrm>
        </p:spPr>
        <p:txBody>
          <a:bodyPr wrap="square" lIns="90170" tIns="46990" rIns="90170" bIns="46990">
            <a:normAutofit/>
          </a:bodyPr>
          <a:lstStyle>
            <a:lvl1pPr eaLnBrk="1" fontAlgn="auto" latinLnBrk="0" hangingPunct="1">
              <a:defRPr sz="1200">
                <a:solidFill>
                  <a:schemeClr val="tx1"/>
                </a:solidFill>
                <a:latin typeface="Arial" panose="020B0604020202020204" pitchFamily="34" charset="0"/>
                <a:ea typeface="微软雅黑" panose="020B0503020204020204" charset="-122"/>
              </a:defRPr>
            </a:lvl1pPr>
            <a:lvl2pPr eaLnBrk="1" fontAlgn="auto" latinLnBrk="0" hangingPunct="1">
              <a:defRPr sz="1200">
                <a:solidFill>
                  <a:schemeClr val="tx1"/>
                </a:solidFill>
                <a:latin typeface="Arial" panose="020B0604020202020204" pitchFamily="34" charset="0"/>
                <a:ea typeface="微软雅黑" panose="020B0503020204020204" charset="-122"/>
              </a:defRPr>
            </a:lvl2pPr>
            <a:lvl3pPr eaLnBrk="1" fontAlgn="auto" latinLnBrk="0" hangingPunct="1">
              <a:defRPr sz="1200">
                <a:solidFill>
                  <a:schemeClr val="tx1"/>
                </a:solidFill>
                <a:latin typeface="Arial" panose="020B0604020202020204" pitchFamily="34" charset="0"/>
                <a:ea typeface="微软雅黑" panose="020B0503020204020204" charset="-122"/>
              </a:defRPr>
            </a:lvl3pPr>
            <a:lvl4pPr eaLnBrk="1" fontAlgn="auto" latinLnBrk="0" hangingPunct="1">
              <a:defRPr sz="1200">
                <a:solidFill>
                  <a:schemeClr val="tx1"/>
                </a:solidFill>
                <a:latin typeface="Arial" panose="020B0604020202020204" pitchFamily="34" charset="0"/>
                <a:ea typeface="微软雅黑" panose="020B0503020204020204" charset="-122"/>
              </a:defRPr>
            </a:lvl4pPr>
            <a:lvl5pPr eaLnBrk="1" fontAlgn="auto" latinLnBrk="0" hangingPunct="1">
              <a:defRPr sz="120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11"/>
            </p:custDataLst>
          </p:nvPr>
        </p:nvSpPr>
        <p:spPr>
          <a:xfrm>
            <a:off x="659807" y="6349833"/>
            <a:ext cx="2025000" cy="3168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12"/>
            </p:custDataLst>
          </p:nvPr>
        </p:nvSpPr>
        <p:spPr>
          <a:xfrm>
            <a:off x="3087000" y="6349833"/>
            <a:ext cx="2970000" cy="3168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a:p>
        </p:txBody>
      </p:sp>
      <p:sp>
        <p:nvSpPr>
          <p:cNvPr id="7" name="灯片编号占位符 6"/>
          <p:cNvSpPr>
            <a:spLocks noGrp="1"/>
          </p:cNvSpPr>
          <p:nvPr>
            <p:ph type="sldNum" sz="quarter" idx="12"/>
            <p:custDataLst>
              <p:tags r:id="rId13"/>
            </p:custDataLst>
          </p:nvPr>
        </p:nvSpPr>
        <p:spPr>
          <a:xfrm>
            <a:off x="6457950" y="6349833"/>
            <a:ext cx="2025000" cy="3168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2"/>
        </a:solidFill>
        <a:effectLst/>
      </p:bgPr>
    </p:bg>
    <p:spTree>
      <p:nvGrpSpPr>
        <p:cNvPr id="1" name=""/>
        <p:cNvGrpSpPr/>
        <p:nvPr/>
      </p:nvGrpSpPr>
      <p:grpSpPr>
        <a:xfrm>
          <a:off x="0" y="0"/>
          <a:ext cx="0" cy="0"/>
          <a:chOff x="0" y="0"/>
          <a:chExt cx="0" cy="0"/>
        </a:xfrm>
      </p:grpSpPr>
      <p:pic>
        <p:nvPicPr>
          <p:cNvPr id="11" name="图片 10"/>
          <p:cNvPicPr/>
          <p:nvPr>
            <p:custDataLst>
              <p:tags r:id="rId2"/>
            </p:custDataLst>
          </p:nvPr>
        </p:nvPicPr>
        <p:blipFill>
          <a:blip r:embed="rId3" r:link="rId4" cstate="print">
            <a:extLst>
              <a:ext uri="{28A0092B-C50C-407E-A947-70E740481C1C}">
                <a14:useLocalDpi xmlns:a14="http://schemas.microsoft.com/office/drawing/2010/main" val="0"/>
              </a:ext>
            </a:extLst>
          </a:blip>
          <a:stretch>
            <a:fillRect/>
          </a:stretch>
        </p:blipFill>
        <p:spPr>
          <a:xfrm>
            <a:off x="0" y="0"/>
            <a:ext cx="540068" cy="514350"/>
          </a:xfrm>
          <a:prstGeom prst="rect">
            <a:avLst/>
          </a:prstGeom>
        </p:spPr>
      </p:pic>
      <p:pic>
        <p:nvPicPr>
          <p:cNvPr id="10" name="图片 9"/>
          <p:cNvPicPr/>
          <p:nvPr>
            <p:custDataLst>
              <p:tags r:id="rId5"/>
            </p:custDataLst>
          </p:nvPr>
        </p:nvPicPr>
        <p:blipFill>
          <a:blip r:embed="rId6" r:link="rId7" cstate="print">
            <a:extLst>
              <a:ext uri="{28A0092B-C50C-407E-A947-70E740481C1C}">
                <a14:useLocalDpi xmlns:a14="http://schemas.microsoft.com/office/drawing/2010/main" val="0"/>
              </a:ext>
            </a:extLst>
          </a:blip>
          <a:stretch>
            <a:fillRect/>
          </a:stretch>
        </p:blipFill>
        <p:spPr>
          <a:xfrm>
            <a:off x="8603933" y="0"/>
            <a:ext cx="540068" cy="514350"/>
          </a:xfrm>
          <a:prstGeom prst="rect">
            <a:avLst/>
          </a:prstGeom>
        </p:spPr>
      </p:pic>
      <p:sp>
        <p:nvSpPr>
          <p:cNvPr id="2" name="标题 1"/>
          <p:cNvSpPr>
            <a:spLocks noGrp="1"/>
          </p:cNvSpPr>
          <p:nvPr>
            <p:ph type="title"/>
            <p:custDataLst>
              <p:tags r:id="rId8"/>
            </p:custDataLst>
          </p:nvPr>
        </p:nvSpPr>
        <p:spPr>
          <a:xfrm>
            <a:off x="502412" y="443234"/>
            <a:ext cx="8139178" cy="441964"/>
          </a:xfrm>
        </p:spPr>
        <p:txBody>
          <a:bodyPr vert="horz" wrap="square" lIns="90170" tIns="46990" rIns="90170" bIns="46990" rtlCol="0" anchor="ctr" anchorCtr="0">
            <a:normAutofit/>
          </a:bodyPr>
          <a:lstStyle>
            <a:lvl1pPr marL="0" marR="0" lvl="0" algn="l" defTabSz="914400" rtl="0" eaLnBrk="1" fontAlgn="auto" latinLnBrk="0" hangingPunct="1">
              <a:lnSpc>
                <a:spcPct val="100000"/>
              </a:lnSpc>
              <a:buNone/>
              <a:defRPr kumimoji="0" lang="zh-CN" altLang="en-US" sz="1800" b="1"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endParaRPr dirty="0">
              <a:sym typeface="+mn-ea"/>
            </a:endParaRPr>
          </a:p>
        </p:txBody>
      </p:sp>
      <p:sp>
        <p:nvSpPr>
          <p:cNvPr id="3" name="文本占位符 2"/>
          <p:cNvSpPr>
            <a:spLocks noGrp="1"/>
          </p:cNvSpPr>
          <p:nvPr>
            <p:ph type="body" idx="1" hasCustomPrompt="1"/>
            <p:custDataLst>
              <p:tags r:id="rId9"/>
            </p:custDataLst>
          </p:nvPr>
        </p:nvSpPr>
        <p:spPr>
          <a:xfrm>
            <a:off x="502448" y="952508"/>
            <a:ext cx="3962432" cy="381003"/>
          </a:xfrm>
        </p:spPr>
        <p:txBody>
          <a:bodyPr wrap="square" lIns="90170" tIns="46990" rIns="90170" bIns="46990" anchor="ctr" anchorCtr="0">
            <a:normAutofit/>
          </a:bodyPr>
          <a:lstStyle>
            <a:lvl1pPr marL="0" indent="0" eaLnBrk="1" fontAlgn="auto" latinLnBrk="0" hangingPunct="1">
              <a:lnSpc>
                <a:spcPct val="100000"/>
              </a:lnSpc>
              <a:spcAft>
                <a:spcPts val="0"/>
              </a:spcAft>
              <a:buNone/>
              <a:defRPr sz="1500" b="0" u="none" strike="noStrike" kern="1200" cap="none" spc="200" normalizeH="0" baseline="0">
                <a:solidFill>
                  <a:schemeClr val="tx1"/>
                </a:solidFill>
                <a:uFillTx/>
                <a:latin typeface="Arial" panose="020B0604020202020204" pitchFamily="34" charset="0"/>
                <a:ea typeface="微软雅黑" panose="020B0503020204020204" charset="-122"/>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10"/>
            </p:custDataLst>
          </p:nvPr>
        </p:nvSpPr>
        <p:spPr>
          <a:xfrm>
            <a:off x="502444" y="1406525"/>
            <a:ext cx="3962400" cy="4934752"/>
          </a:xfrm>
        </p:spPr>
        <p:txBody>
          <a:bodyPr vert="horz" wrap="square" lIns="90170" tIns="46990" rIns="90170" bIns="46990" rtlCol="0">
            <a:norm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5" name="文本占位符 4"/>
          <p:cNvSpPr>
            <a:spLocks noGrp="1"/>
          </p:cNvSpPr>
          <p:nvPr>
            <p:ph type="body" sz="quarter" idx="3" hasCustomPrompt="1"/>
            <p:custDataLst>
              <p:tags r:id="rId11"/>
            </p:custDataLst>
          </p:nvPr>
        </p:nvSpPr>
        <p:spPr>
          <a:xfrm>
            <a:off x="4676813" y="952508"/>
            <a:ext cx="3962432" cy="381003"/>
          </a:xfrm>
        </p:spPr>
        <p:txBody>
          <a:bodyPr vert="horz" wrap="square" lIns="90170" tIns="46990" rIns="90170" bIns="46990" rtlCol="0" anchor="ctr" anchorCtr="0">
            <a:norm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1500" b="0"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n-cs"/>
                <a:sym typeface="+mn-ea"/>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a:sym typeface="+mn-ea"/>
              </a:rPr>
              <a:t>单击此处编辑文本</a:t>
            </a:r>
            <a:endParaRPr>
              <a:sym typeface="+mn-ea"/>
            </a:endParaRPr>
          </a:p>
        </p:txBody>
      </p:sp>
      <p:sp>
        <p:nvSpPr>
          <p:cNvPr id="6" name="内容占位符 5"/>
          <p:cNvSpPr>
            <a:spLocks noGrp="1"/>
          </p:cNvSpPr>
          <p:nvPr>
            <p:ph sz="quarter" idx="4"/>
            <p:custDataLst>
              <p:tags r:id="rId12"/>
            </p:custDataLst>
          </p:nvPr>
        </p:nvSpPr>
        <p:spPr>
          <a:xfrm>
            <a:off x="4676813" y="1406525"/>
            <a:ext cx="3962432" cy="4934752"/>
          </a:xfrm>
        </p:spPr>
        <p:txBody>
          <a:bodyPr vert="horz" wrap="square" lIns="90170" tIns="46990" rIns="90170" bIns="46990" rtlCol="0">
            <a:norm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7" name="日期占位符 6"/>
          <p:cNvSpPr>
            <a:spLocks noGrp="1"/>
          </p:cNvSpPr>
          <p:nvPr>
            <p:ph type="dt" sz="half" idx="10"/>
            <p:custDataLst>
              <p:tags r:id="rId13"/>
            </p:custDataLst>
          </p:nvPr>
        </p:nvSpPr>
        <p:spPr>
          <a:xfrm>
            <a:off x="659807" y="6349833"/>
            <a:ext cx="2025000" cy="3168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14"/>
            </p:custDataLst>
          </p:nvPr>
        </p:nvSpPr>
        <p:spPr>
          <a:xfrm>
            <a:off x="3087000" y="6349833"/>
            <a:ext cx="2970000" cy="3168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a:p>
        </p:txBody>
      </p:sp>
      <p:sp>
        <p:nvSpPr>
          <p:cNvPr id="9" name="灯片编号占位符 8"/>
          <p:cNvSpPr>
            <a:spLocks noGrp="1"/>
          </p:cNvSpPr>
          <p:nvPr>
            <p:ph type="sldNum" sz="quarter" idx="12"/>
            <p:custDataLst>
              <p:tags r:id="rId15"/>
            </p:custDataLst>
          </p:nvPr>
        </p:nvSpPr>
        <p:spPr>
          <a:xfrm>
            <a:off x="6457950" y="6349833"/>
            <a:ext cx="2025000" cy="3168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2"/>
        </a:solidFill>
        <a:effectLst/>
      </p:bgPr>
    </p:bg>
    <p:spTree>
      <p:nvGrpSpPr>
        <p:cNvPr id="1" name=""/>
        <p:cNvGrpSpPr/>
        <p:nvPr/>
      </p:nvGrpSpPr>
      <p:grpSpPr>
        <a:xfrm>
          <a:off x="0" y="0"/>
          <a:ext cx="0" cy="0"/>
          <a:chOff x="0" y="0"/>
          <a:chExt cx="0" cy="0"/>
        </a:xfrm>
      </p:grpSpPr>
      <p:pic>
        <p:nvPicPr>
          <p:cNvPr id="7" name="图片 6"/>
          <p:cNvPicPr/>
          <p:nvPr>
            <p:custDataLst>
              <p:tags r:id="rId2"/>
            </p:custDataLst>
          </p:nvPr>
        </p:nvPicPr>
        <p:blipFill>
          <a:blip r:embed="rId3" r:link="rId4" cstate="print">
            <a:extLst>
              <a:ext uri="{28A0092B-C50C-407E-A947-70E740481C1C}">
                <a14:useLocalDpi xmlns:a14="http://schemas.microsoft.com/office/drawing/2010/main" val="0"/>
              </a:ext>
            </a:extLst>
          </a:blip>
          <a:stretch>
            <a:fillRect/>
          </a:stretch>
        </p:blipFill>
        <p:spPr>
          <a:xfrm>
            <a:off x="5623560" y="2194560"/>
            <a:ext cx="3291840" cy="2468880"/>
          </a:xfrm>
          <a:prstGeom prst="rect">
            <a:avLst/>
          </a:prstGeom>
        </p:spPr>
      </p:pic>
      <p:sp>
        <p:nvSpPr>
          <p:cNvPr id="6" name="任意多边形 6"/>
          <p:cNvSpPr/>
          <p:nvPr>
            <p:custDataLst>
              <p:tags r:id="rId5"/>
            </p:custDataLst>
          </p:nvPr>
        </p:nvSpPr>
        <p:spPr>
          <a:xfrm flipH="1">
            <a:off x="0" y="0"/>
            <a:ext cx="5484971" cy="6858000"/>
          </a:xfrm>
          <a:custGeom>
            <a:avLst/>
            <a:gdLst>
              <a:gd name="connsiteX0" fmla="*/ 1714500 w 7314000"/>
              <a:gd name="connsiteY0" fmla="*/ 0 h 6858000"/>
              <a:gd name="connsiteX1" fmla="*/ 7314000 w 7314000"/>
              <a:gd name="connsiteY1" fmla="*/ 0 h 6858000"/>
              <a:gd name="connsiteX2" fmla="*/ 7314000 w 7314000"/>
              <a:gd name="connsiteY2" fmla="*/ 6858000 h 6858000"/>
              <a:gd name="connsiteX3" fmla="*/ 0 w 7314000"/>
              <a:gd name="connsiteY3" fmla="*/ 6858000 h 6858000"/>
              <a:gd name="connsiteX4" fmla="*/ 1714500 w 731400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14000" h="6858000">
                <a:moveTo>
                  <a:pt x="1714500" y="0"/>
                </a:moveTo>
                <a:lnTo>
                  <a:pt x="7314000" y="0"/>
                </a:lnTo>
                <a:lnTo>
                  <a:pt x="7314000" y="6858000"/>
                </a:lnTo>
                <a:lnTo>
                  <a:pt x="0" y="6858000"/>
                </a:lnTo>
                <a:lnTo>
                  <a:pt x="1714500" y="0"/>
                </a:lnTo>
                <a:close/>
              </a:path>
            </a:pathLst>
          </a:custGeom>
          <a:solidFill>
            <a:schemeClr val="tx2"/>
          </a:solidFill>
          <a:ln w="12700" cap="flat" cmpd="sng" algn="ctr">
            <a:solidFill>
              <a:schemeClr val="accent1">
                <a:shade val="50000"/>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p>
        </p:txBody>
      </p:sp>
      <p:sp>
        <p:nvSpPr>
          <p:cNvPr id="2" name="标题 1"/>
          <p:cNvSpPr>
            <a:spLocks noGrp="1"/>
          </p:cNvSpPr>
          <p:nvPr>
            <p:ph type="title"/>
            <p:custDataLst>
              <p:tags r:id="rId6"/>
            </p:custDataLst>
          </p:nvPr>
        </p:nvSpPr>
        <p:spPr>
          <a:xfrm>
            <a:off x="502412" y="443230"/>
            <a:ext cx="8139178" cy="441964"/>
          </a:xfrm>
        </p:spPr>
        <p:txBody>
          <a:bodyPr vert="horz" wrap="square" lIns="90170" tIns="46990" rIns="90170" bIns="46990" rtlCol="0" anchor="ctr" anchorCtr="0">
            <a:normAutofit/>
          </a:bodyPr>
          <a:lstStyle>
            <a:lvl1pPr marL="0" marR="0" lvl="0" algn="l" defTabSz="914400" rtl="0" eaLnBrk="1" fontAlgn="auto" latinLnBrk="0" hangingPunct="1">
              <a:lnSpc>
                <a:spcPct val="100000"/>
              </a:lnSpc>
              <a:buNone/>
              <a:defRPr kumimoji="0" lang="zh-CN" altLang="en-US" sz="1800" b="1"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j-cs"/>
                <a:sym typeface="+mn-ea"/>
              </a:defRPr>
            </a:lvl1pPr>
          </a:lstStyle>
          <a:p>
            <a:pPr lvl="0"/>
            <a:r>
              <a:rPr>
                <a:sym typeface="+mn-ea"/>
              </a:rPr>
              <a:t>单击此处编辑母版标题样式</a:t>
            </a:r>
            <a:endParaRPr>
              <a:sym typeface="+mn-ea"/>
            </a:endParaRPr>
          </a:p>
        </p:txBody>
      </p:sp>
      <p:sp>
        <p:nvSpPr>
          <p:cNvPr id="3" name="日期占位符 2"/>
          <p:cNvSpPr>
            <a:spLocks noGrp="1"/>
          </p:cNvSpPr>
          <p:nvPr>
            <p:ph type="dt" sz="half" idx="10"/>
            <p:custDataLst>
              <p:tags r:id="rId7"/>
            </p:custDataLst>
          </p:nvPr>
        </p:nvSpPr>
        <p:spPr>
          <a:xfrm>
            <a:off x="659807" y="6349833"/>
            <a:ext cx="2025000" cy="3168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8"/>
            </p:custDataLst>
          </p:nvPr>
        </p:nvSpPr>
        <p:spPr>
          <a:xfrm>
            <a:off x="3087000" y="6349833"/>
            <a:ext cx="2970000" cy="3168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a:p>
        </p:txBody>
      </p:sp>
      <p:sp>
        <p:nvSpPr>
          <p:cNvPr id="5" name="灯片编号占位符 4"/>
          <p:cNvSpPr>
            <a:spLocks noGrp="1"/>
          </p:cNvSpPr>
          <p:nvPr>
            <p:ph type="sldNum" sz="quarter" idx="12"/>
            <p:custDataLst>
              <p:tags r:id="rId9"/>
            </p:custDataLst>
          </p:nvPr>
        </p:nvSpPr>
        <p:spPr>
          <a:xfrm>
            <a:off x="6457950" y="6349833"/>
            <a:ext cx="2025000" cy="3168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2"/>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a:xfrm>
            <a:off x="659807" y="6349833"/>
            <a:ext cx="2025000" cy="3168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a:xfrm>
            <a:off x="3087000" y="6349833"/>
            <a:ext cx="2970000" cy="3168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a:p>
        </p:txBody>
      </p:sp>
      <p:sp>
        <p:nvSpPr>
          <p:cNvPr id="4" name="灯片编号占位符 3"/>
          <p:cNvSpPr>
            <a:spLocks noGrp="1"/>
          </p:cNvSpPr>
          <p:nvPr>
            <p:ph type="sldNum" sz="quarter" idx="12"/>
            <p:custDataLst>
              <p:tags r:id="rId4"/>
            </p:custDataLst>
          </p:nvPr>
        </p:nvSpPr>
        <p:spPr>
          <a:xfrm>
            <a:off x="6457950" y="6349833"/>
            <a:ext cx="2025000" cy="3168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bg>
      <p:bgPr>
        <a:solidFill>
          <a:schemeClr val="bg2"/>
        </a:solidFill>
        <a:effectLst/>
      </p:bgPr>
    </p:bg>
    <p:spTree>
      <p:nvGrpSpPr>
        <p:cNvPr id="1" name=""/>
        <p:cNvGrpSpPr/>
        <p:nvPr/>
      </p:nvGrpSpPr>
      <p:grpSpPr>
        <a:xfrm>
          <a:off x="0" y="0"/>
          <a:ext cx="0" cy="0"/>
          <a:chOff x="0" y="0"/>
          <a:chExt cx="0" cy="0"/>
        </a:xfrm>
      </p:grpSpPr>
      <p:pic>
        <p:nvPicPr>
          <p:cNvPr id="9" name="图片 8"/>
          <p:cNvPicPr/>
          <p:nvPr>
            <p:custDataLst>
              <p:tags r:id="rId2"/>
            </p:custDataLst>
          </p:nvPr>
        </p:nvPicPr>
        <p:blipFill>
          <a:blip r:embed="rId3" r:link="rId4" cstate="print">
            <a:extLst>
              <a:ext uri="{28A0092B-C50C-407E-A947-70E740481C1C}">
                <a14:useLocalDpi xmlns:a14="http://schemas.microsoft.com/office/drawing/2010/main" val="0"/>
              </a:ext>
            </a:extLst>
          </a:blip>
          <a:stretch>
            <a:fillRect/>
          </a:stretch>
        </p:blipFill>
        <p:spPr>
          <a:xfrm>
            <a:off x="0" y="0"/>
            <a:ext cx="540068" cy="514350"/>
          </a:xfrm>
          <a:prstGeom prst="rect">
            <a:avLst/>
          </a:prstGeom>
        </p:spPr>
      </p:pic>
      <p:pic>
        <p:nvPicPr>
          <p:cNvPr id="8" name="图片 7"/>
          <p:cNvPicPr/>
          <p:nvPr>
            <p:custDataLst>
              <p:tags r:id="rId5"/>
            </p:custDataLst>
          </p:nvPr>
        </p:nvPicPr>
        <p:blipFill>
          <a:blip r:embed="rId6" r:link="rId7" cstate="print">
            <a:extLst>
              <a:ext uri="{28A0092B-C50C-407E-A947-70E740481C1C}">
                <a14:useLocalDpi xmlns:a14="http://schemas.microsoft.com/office/drawing/2010/main" val="0"/>
              </a:ext>
            </a:extLst>
          </a:blip>
          <a:stretch>
            <a:fillRect/>
          </a:stretch>
        </p:blipFill>
        <p:spPr>
          <a:xfrm>
            <a:off x="8603933" y="0"/>
            <a:ext cx="540068" cy="514350"/>
          </a:xfrm>
          <a:prstGeom prst="rect">
            <a:avLst/>
          </a:prstGeom>
        </p:spPr>
      </p:pic>
      <p:sp>
        <p:nvSpPr>
          <p:cNvPr id="2" name="标题 1"/>
          <p:cNvSpPr>
            <a:spLocks noGrp="1"/>
          </p:cNvSpPr>
          <p:nvPr>
            <p:ph type="title"/>
            <p:custDataLst>
              <p:tags r:id="rId8"/>
            </p:custDataLst>
          </p:nvPr>
        </p:nvSpPr>
        <p:spPr>
          <a:xfrm>
            <a:off x="502448" y="443234"/>
            <a:ext cx="8139178" cy="441964"/>
          </a:xfrm>
        </p:spPr>
        <p:txBody>
          <a:bodyPr vert="horz" wrap="square" lIns="90170" tIns="46990" rIns="90170" bIns="46990" rtlCol="0" anchor="ctr" anchorCtr="0">
            <a:normAutofit/>
          </a:bodyPr>
          <a:lstStyle>
            <a:lvl1pPr marL="0" marR="0" lvl="0" algn="l" defTabSz="914400" rtl="0" eaLnBrk="1" fontAlgn="auto" latinLnBrk="0" hangingPunct="1">
              <a:lnSpc>
                <a:spcPct val="100000"/>
              </a:lnSpc>
              <a:buNone/>
              <a:defRPr kumimoji="0" lang="zh-CN" altLang="en-US" sz="1800" b="1"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endParaRPr dirty="0">
              <a:sym typeface="+mn-ea"/>
            </a:endParaRPr>
          </a:p>
        </p:txBody>
      </p:sp>
      <p:sp>
        <p:nvSpPr>
          <p:cNvPr id="3" name="图片占位符 2"/>
          <p:cNvSpPr>
            <a:spLocks noGrp="1"/>
          </p:cNvSpPr>
          <p:nvPr>
            <p:ph type="pic" idx="1"/>
            <p:custDataLst>
              <p:tags r:id="rId9"/>
            </p:custDataLst>
          </p:nvPr>
        </p:nvSpPr>
        <p:spPr>
          <a:xfrm>
            <a:off x="502448" y="952508"/>
            <a:ext cx="3962432" cy="5388907"/>
          </a:xfrm>
        </p:spPr>
        <p:txBody>
          <a:bodyPr vert="horz" lIns="90170" tIns="46990" rIns="90170" bIns="46990" rtlCol="0">
            <a:norm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150" normalizeH="0" baseline="0" noProof="1" dirty="0">
                <a:solidFill>
                  <a:schemeClr val="tx1"/>
                </a:solidFill>
                <a:uFillTx/>
                <a:latin typeface="+mn-lt"/>
                <a:ea typeface="+mn-ea"/>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mn-lt"/>
                <a:ea typeface="+mn-ea"/>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mn-lt"/>
                <a:ea typeface="+mn-ea"/>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10"/>
            </p:custDataLst>
          </p:nvPr>
        </p:nvSpPr>
        <p:spPr>
          <a:xfrm>
            <a:off x="4679194" y="952508"/>
            <a:ext cx="3962432" cy="5388907"/>
          </a:xfrm>
        </p:spPr>
        <p:txBody>
          <a:bodyPr vert="horz" wrap="square" lIns="90170" tIns="46990" rIns="90170" bIns="46990" rtlCol="0">
            <a:norm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1pPr>
          </a:lstStyle>
          <a:p>
            <a:pPr lvl="0"/>
            <a:r>
              <a:rPr>
                <a:sym typeface="+mn-ea"/>
              </a:rPr>
              <a:t>单击此处编辑母版文本样式</a:t>
            </a:r>
            <a:endParaRPr>
              <a:sym typeface="+mn-ea"/>
            </a:endParaRPr>
          </a:p>
        </p:txBody>
      </p:sp>
      <p:sp>
        <p:nvSpPr>
          <p:cNvPr id="5" name="日期占位符 4"/>
          <p:cNvSpPr>
            <a:spLocks noGrp="1"/>
          </p:cNvSpPr>
          <p:nvPr>
            <p:ph type="dt" sz="half" idx="10"/>
            <p:custDataLst>
              <p:tags r:id="rId11"/>
            </p:custDataLst>
          </p:nvPr>
        </p:nvSpPr>
        <p:spPr>
          <a:xfrm>
            <a:off x="659807" y="6349833"/>
            <a:ext cx="2025000" cy="316800"/>
          </a:xfrm>
        </p:spPr>
        <p:txBody>
          <a:bodyPr wrap="square">
            <a:normAutofit/>
          </a:bodyPr>
          <a:lstStyle>
            <a:lvl1pPr>
              <a:defRPr>
                <a:latin typeface="Arial" panose="020B0604020202020204" pitchFamily="34" charset="0"/>
                <a:ea typeface="微软雅黑" panose="020B0503020204020204" charset="-122"/>
              </a:defRPr>
            </a:lvl1p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12"/>
            </p:custDataLst>
          </p:nvPr>
        </p:nvSpPr>
        <p:spPr>
          <a:xfrm>
            <a:off x="3087000" y="6349833"/>
            <a:ext cx="2970000" cy="3168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dirty="0"/>
          </a:p>
        </p:txBody>
      </p:sp>
      <p:sp>
        <p:nvSpPr>
          <p:cNvPr id="7" name="灯片编号占位符 6"/>
          <p:cNvSpPr>
            <a:spLocks noGrp="1"/>
          </p:cNvSpPr>
          <p:nvPr>
            <p:ph type="sldNum" sz="quarter" idx="12"/>
            <p:custDataLst>
              <p:tags r:id="rId13"/>
            </p:custDataLst>
          </p:nvPr>
        </p:nvSpPr>
        <p:spPr>
          <a:xfrm>
            <a:off x="6457950" y="6349833"/>
            <a:ext cx="2025000" cy="316800"/>
          </a:xfrm>
        </p:spPr>
        <p:txBody>
          <a:bodyPr wrap="square">
            <a:normAutofit/>
          </a:bodyPr>
          <a:lstStyle>
            <a:lvl1pPr>
              <a:defRPr>
                <a:latin typeface="Arial" panose="020B0604020202020204" pitchFamily="34" charset="0"/>
                <a:ea typeface="微软雅黑" panose="020B0503020204020204" charset="-122"/>
              </a:defRPr>
            </a:lvl1pPr>
          </a:lstStyle>
          <a:p>
            <a:fld id="{FABC47A4-756D-490B-A52F-7D9E2C9FC05F}"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chemeClr val="bg2"/>
        </a:solidFill>
        <a:effectLst/>
      </p:bgPr>
    </p:bg>
    <p:spTree>
      <p:nvGrpSpPr>
        <p:cNvPr id="1" name=""/>
        <p:cNvGrpSpPr/>
        <p:nvPr/>
      </p:nvGrpSpPr>
      <p:grpSpPr>
        <a:xfrm>
          <a:off x="0" y="0"/>
          <a:ext cx="0" cy="0"/>
          <a:chOff x="0" y="0"/>
          <a:chExt cx="0" cy="0"/>
        </a:xfrm>
      </p:grpSpPr>
      <p:pic>
        <p:nvPicPr>
          <p:cNvPr id="8" name="图片 7"/>
          <p:cNvPicPr/>
          <p:nvPr>
            <p:custDataLst>
              <p:tags r:id="rId2"/>
            </p:custDataLst>
          </p:nvPr>
        </p:nvPicPr>
        <p:blipFill>
          <a:blip r:embed="rId3" r:link="rId4" cstate="print">
            <a:extLst>
              <a:ext uri="{28A0092B-C50C-407E-A947-70E740481C1C}">
                <a14:useLocalDpi xmlns:a14="http://schemas.microsoft.com/office/drawing/2010/main" val="0"/>
              </a:ext>
            </a:extLst>
          </a:blip>
          <a:stretch>
            <a:fillRect/>
          </a:stretch>
        </p:blipFill>
        <p:spPr>
          <a:xfrm>
            <a:off x="0" y="0"/>
            <a:ext cx="540068" cy="514350"/>
          </a:xfrm>
          <a:prstGeom prst="rect">
            <a:avLst/>
          </a:prstGeom>
        </p:spPr>
      </p:pic>
      <p:pic>
        <p:nvPicPr>
          <p:cNvPr id="7" name="图片 6"/>
          <p:cNvPicPr/>
          <p:nvPr>
            <p:custDataLst>
              <p:tags r:id="rId5"/>
            </p:custDataLst>
          </p:nvPr>
        </p:nvPicPr>
        <p:blipFill>
          <a:blip r:embed="rId6" r:link="rId7" cstate="print">
            <a:extLst>
              <a:ext uri="{28A0092B-C50C-407E-A947-70E740481C1C}">
                <a14:useLocalDpi xmlns:a14="http://schemas.microsoft.com/office/drawing/2010/main" val="0"/>
              </a:ext>
            </a:extLst>
          </a:blip>
          <a:stretch>
            <a:fillRect/>
          </a:stretch>
        </p:blipFill>
        <p:spPr>
          <a:xfrm>
            <a:off x="8603933" y="0"/>
            <a:ext cx="540068" cy="514350"/>
          </a:xfrm>
          <a:prstGeom prst="rect">
            <a:avLst/>
          </a:prstGeom>
        </p:spPr>
      </p:pic>
      <p:sp>
        <p:nvSpPr>
          <p:cNvPr id="2" name="竖排标题 1"/>
          <p:cNvSpPr>
            <a:spLocks noGrp="1"/>
          </p:cNvSpPr>
          <p:nvPr>
            <p:ph type="title" orient="vert"/>
            <p:custDataLst>
              <p:tags r:id="rId8"/>
            </p:custDataLst>
          </p:nvPr>
        </p:nvSpPr>
        <p:spPr>
          <a:xfrm>
            <a:off x="7928351" y="952508"/>
            <a:ext cx="713238" cy="5388907"/>
          </a:xfrm>
        </p:spPr>
        <p:txBody>
          <a:bodyPr vert="eaVert" wrap="square" lIns="90170" tIns="46990" rIns="90170" bIns="46990" rtlCol="0" anchor="ctr" anchorCtr="0">
            <a:normAutofit/>
          </a:bodyPr>
          <a:lstStyle>
            <a:lvl1pPr marL="0" marR="0" lvl="0" algn="l" defTabSz="914400" rtl="0" eaLnBrk="1" fontAlgn="auto" latinLnBrk="0" hangingPunct="1">
              <a:lnSpc>
                <a:spcPct val="100000"/>
              </a:lnSpc>
              <a:spcAft>
                <a:spcPts val="0"/>
              </a:spcAft>
              <a:buNone/>
              <a:defRPr kumimoji="0" lang="zh-CN" altLang="en-US" sz="1800" b="1"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j-cs"/>
                <a:sym typeface="+mn-ea"/>
              </a:defRPr>
            </a:lvl1pPr>
          </a:lstStyle>
          <a:p>
            <a:pPr lvl="0"/>
            <a:r>
              <a:rPr>
                <a:sym typeface="+mn-ea"/>
              </a:rPr>
              <a:t>单击此处编辑母版标题样式</a:t>
            </a:r>
            <a:endParaRPr>
              <a:sym typeface="+mn-ea"/>
            </a:endParaRPr>
          </a:p>
        </p:txBody>
      </p:sp>
      <p:sp>
        <p:nvSpPr>
          <p:cNvPr id="3" name="竖排文字占位符 2"/>
          <p:cNvSpPr>
            <a:spLocks noGrp="1"/>
          </p:cNvSpPr>
          <p:nvPr>
            <p:ph type="body" orient="vert" idx="1"/>
            <p:custDataLst>
              <p:tags r:id="rId9"/>
            </p:custDataLst>
          </p:nvPr>
        </p:nvSpPr>
        <p:spPr>
          <a:xfrm>
            <a:off x="502444" y="952500"/>
            <a:ext cx="7371076" cy="5388907"/>
          </a:xfrm>
        </p:spPr>
        <p:txBody>
          <a:bodyPr vert="eaVert" wrap="square">
            <a:normAutofit/>
          </a:bodyPr>
          <a:lstStyle>
            <a:lvl1pPr indent="0" eaLnBrk="1" fontAlgn="auto" latinLnBrk="0" hangingPunct="1">
              <a:defRPr>
                <a:solidFill>
                  <a:schemeClr val="tx1"/>
                </a:solidFill>
                <a:latin typeface="Arial" panose="020B0604020202020204" pitchFamily="34" charset="0"/>
                <a:ea typeface="微软雅黑" panose="020B0503020204020204" charset="-122"/>
              </a:defRPr>
            </a:lvl1pPr>
            <a:lvl2pPr indent="0" eaLnBrk="1" fontAlgn="auto" latinLnBrk="0" hangingPunct="1">
              <a:defRPr>
                <a:solidFill>
                  <a:schemeClr val="tx1"/>
                </a:solidFill>
                <a:latin typeface="Arial" panose="020B0604020202020204" pitchFamily="34" charset="0"/>
                <a:ea typeface="微软雅黑" panose="020B0503020204020204" charset="-122"/>
              </a:defRPr>
            </a:lvl2pPr>
            <a:lvl3pPr indent="0" eaLnBrk="1" fontAlgn="auto" latinLnBrk="0" hangingPunct="1">
              <a:defRPr>
                <a:solidFill>
                  <a:schemeClr val="tx1"/>
                </a:solidFill>
                <a:latin typeface="Arial" panose="020B0604020202020204" pitchFamily="34" charset="0"/>
                <a:ea typeface="微软雅黑" panose="020B0503020204020204" charset="-122"/>
              </a:defRPr>
            </a:lvl3pPr>
            <a:lvl4pPr indent="0" eaLnBrk="1" fontAlgn="auto" latinLnBrk="0" hangingPunct="1">
              <a:defRPr>
                <a:solidFill>
                  <a:schemeClr val="tx1"/>
                </a:solidFill>
                <a:latin typeface="Arial" panose="020B0604020202020204" pitchFamily="34" charset="0"/>
                <a:ea typeface="微软雅黑" panose="020B0503020204020204" charset="-122"/>
              </a:defRPr>
            </a:lvl4pPr>
            <a:lvl5pPr indent="0" eaLnBrk="1" fontAlgn="auto" latinLnBrk="0" hangingPunct="1">
              <a:defRPr>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10"/>
            </p:custDataLst>
          </p:nvPr>
        </p:nvSpPr>
        <p:spPr>
          <a:xfrm>
            <a:off x="659807" y="6349833"/>
            <a:ext cx="2025000" cy="3168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11"/>
            </p:custDataLst>
          </p:nvPr>
        </p:nvSpPr>
        <p:spPr>
          <a:xfrm>
            <a:off x="3087000" y="6349833"/>
            <a:ext cx="2970000" cy="3168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a:p>
        </p:txBody>
      </p:sp>
      <p:sp>
        <p:nvSpPr>
          <p:cNvPr id="6" name="灯片编号占位符 5"/>
          <p:cNvSpPr>
            <a:spLocks noGrp="1"/>
          </p:cNvSpPr>
          <p:nvPr>
            <p:ph type="sldNum" sz="quarter" idx="12"/>
            <p:custDataLst>
              <p:tags r:id="rId12"/>
            </p:custDataLst>
          </p:nvPr>
        </p:nvSpPr>
        <p:spPr>
          <a:xfrm>
            <a:off x="6457950" y="6349833"/>
            <a:ext cx="2025000" cy="3168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bg>
      <p:bgPr>
        <a:solidFill>
          <a:schemeClr val="bg2"/>
        </a:solidFill>
        <a:effectLst/>
      </p:bgPr>
    </p:bg>
    <p:spTree>
      <p:nvGrpSpPr>
        <p:cNvPr id="1" name=""/>
        <p:cNvGrpSpPr/>
        <p:nvPr/>
      </p:nvGrpSpPr>
      <p:grpSpPr>
        <a:xfrm>
          <a:off x="0" y="0"/>
          <a:ext cx="0" cy="0"/>
          <a:chOff x="0" y="0"/>
          <a:chExt cx="0" cy="0"/>
        </a:xfrm>
      </p:grpSpPr>
      <p:pic>
        <p:nvPicPr>
          <p:cNvPr id="8" name="图片 7"/>
          <p:cNvPicPr/>
          <p:nvPr>
            <p:custDataLst>
              <p:tags r:id="rId2"/>
            </p:custDataLst>
          </p:nvPr>
        </p:nvPicPr>
        <p:blipFill>
          <a:blip r:embed="rId3" r:link="rId4" cstate="print">
            <a:extLst>
              <a:ext uri="{28A0092B-C50C-407E-A947-70E740481C1C}">
                <a14:useLocalDpi xmlns:a14="http://schemas.microsoft.com/office/drawing/2010/main" val="0"/>
              </a:ext>
            </a:extLst>
          </a:blip>
          <a:stretch>
            <a:fillRect/>
          </a:stretch>
        </p:blipFill>
        <p:spPr>
          <a:xfrm>
            <a:off x="0" y="0"/>
            <a:ext cx="540068" cy="514350"/>
          </a:xfrm>
          <a:prstGeom prst="rect">
            <a:avLst/>
          </a:prstGeom>
        </p:spPr>
      </p:pic>
      <p:pic>
        <p:nvPicPr>
          <p:cNvPr id="6" name="图片 5"/>
          <p:cNvPicPr/>
          <p:nvPr>
            <p:custDataLst>
              <p:tags r:id="rId5"/>
            </p:custDataLst>
          </p:nvPr>
        </p:nvPicPr>
        <p:blipFill>
          <a:blip r:embed="rId6" r:link="rId7" cstate="print">
            <a:extLst>
              <a:ext uri="{28A0092B-C50C-407E-A947-70E740481C1C}">
                <a14:useLocalDpi xmlns:a14="http://schemas.microsoft.com/office/drawing/2010/main" val="0"/>
              </a:ext>
            </a:extLst>
          </a:blip>
          <a:stretch>
            <a:fillRect/>
          </a:stretch>
        </p:blipFill>
        <p:spPr>
          <a:xfrm>
            <a:off x="8603933" y="0"/>
            <a:ext cx="540068" cy="514350"/>
          </a:xfrm>
          <a:prstGeom prst="rect">
            <a:avLst/>
          </a:prstGeom>
        </p:spPr>
      </p:pic>
      <p:sp>
        <p:nvSpPr>
          <p:cNvPr id="3" name="日期占位符 2"/>
          <p:cNvSpPr>
            <a:spLocks noGrp="1"/>
          </p:cNvSpPr>
          <p:nvPr>
            <p:ph type="dt" sz="half" idx="10"/>
            <p:custDataLst>
              <p:tags r:id="rId8"/>
            </p:custDataLst>
          </p:nvPr>
        </p:nvSpPr>
        <p:spPr>
          <a:xfrm>
            <a:off x="659807" y="6349833"/>
            <a:ext cx="2025000" cy="3168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9"/>
            </p:custDataLst>
          </p:nvPr>
        </p:nvSpPr>
        <p:spPr>
          <a:xfrm>
            <a:off x="3087000" y="6349833"/>
            <a:ext cx="2970000" cy="3168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a:p>
        </p:txBody>
      </p:sp>
      <p:sp>
        <p:nvSpPr>
          <p:cNvPr id="5" name="灯片编号占位符 4"/>
          <p:cNvSpPr>
            <a:spLocks noGrp="1"/>
          </p:cNvSpPr>
          <p:nvPr>
            <p:ph type="sldNum" sz="quarter" idx="12"/>
            <p:custDataLst>
              <p:tags r:id="rId10"/>
            </p:custDataLst>
          </p:nvPr>
        </p:nvSpPr>
        <p:spPr>
          <a:xfrm>
            <a:off x="6457950" y="6349833"/>
            <a:ext cx="2025000" cy="3168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11"/>
            </p:custDataLst>
          </p:nvPr>
        </p:nvSpPr>
        <p:spPr>
          <a:xfrm>
            <a:off x="502448" y="952508"/>
            <a:ext cx="8139178" cy="5388907"/>
          </a:xfrm>
        </p:spPr>
        <p:txBody>
          <a:bodyPr wrap="square">
            <a:normAutofit/>
          </a:bodyPr>
          <a:lstStyle>
            <a:lvl1pPr>
              <a:defRPr>
                <a:solidFill>
                  <a:schemeClr val="tx1"/>
                </a:solidFill>
                <a:latin typeface="Arial" panose="020B0604020202020204" pitchFamily="34" charset="0"/>
                <a:ea typeface="微软雅黑" panose="020B0503020204020204" charset="-122"/>
              </a:defRPr>
            </a:lvl1pPr>
            <a:lvl2pPr>
              <a:defRPr>
                <a:solidFill>
                  <a:schemeClr val="tx1"/>
                </a:solidFill>
                <a:latin typeface="Arial" panose="020B0604020202020204" pitchFamily="34" charset="0"/>
                <a:ea typeface="微软雅黑" panose="020B0503020204020204" charset="-122"/>
              </a:defRPr>
            </a:lvl2pPr>
            <a:lvl3pPr>
              <a:defRPr>
                <a:solidFill>
                  <a:schemeClr val="tx1"/>
                </a:solidFill>
                <a:latin typeface="Arial" panose="020B0604020202020204" pitchFamily="34" charset="0"/>
                <a:ea typeface="微软雅黑" panose="020B0503020204020204" charset="-122"/>
              </a:defRPr>
            </a:lvl3pPr>
            <a:lvl4pPr>
              <a:defRPr>
                <a:solidFill>
                  <a:schemeClr val="tx1"/>
                </a:solidFill>
                <a:latin typeface="Arial" panose="020B0604020202020204" pitchFamily="34" charset="0"/>
                <a:ea typeface="微软雅黑" panose="020B0503020204020204" charset="-122"/>
              </a:defRPr>
            </a:lvl4pPr>
            <a:lvl5pPr>
              <a:defRPr>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bg>
      <p:bgPr>
        <a:solidFill>
          <a:schemeClr val="tx2"/>
        </a:solidFill>
        <a:effectLst/>
      </p:bgPr>
    </p:bg>
    <p:spTree>
      <p:nvGrpSpPr>
        <p:cNvPr id="1" name=""/>
        <p:cNvGrpSpPr/>
        <p:nvPr/>
      </p:nvGrpSpPr>
      <p:grpSpPr>
        <a:xfrm>
          <a:off x="0" y="0"/>
          <a:ext cx="0" cy="0"/>
          <a:chOff x="0" y="0"/>
          <a:chExt cx="0" cy="0"/>
        </a:xfrm>
      </p:grpSpPr>
      <p:pic>
        <p:nvPicPr>
          <p:cNvPr id="6" name="图片 5"/>
          <p:cNvPicPr/>
          <p:nvPr>
            <p:custDataLst>
              <p:tags r:id="rId2"/>
            </p:custDataLst>
          </p:nvPr>
        </p:nvPicPr>
        <p:blipFill>
          <a:blip r:embed="rId3" r:link="rId4">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3" name="日期占位符 2"/>
          <p:cNvSpPr>
            <a:spLocks noGrp="1"/>
          </p:cNvSpPr>
          <p:nvPr>
            <p:ph type="dt" sz="half" idx="10"/>
            <p:custDataLst>
              <p:tags r:id="rId5"/>
            </p:custDataLst>
          </p:nvPr>
        </p:nvSpPr>
        <p:spPr>
          <a:xfrm>
            <a:off x="659807" y="6349833"/>
            <a:ext cx="2025000" cy="3168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6"/>
            </p:custDataLst>
          </p:nvPr>
        </p:nvSpPr>
        <p:spPr>
          <a:xfrm>
            <a:off x="3087000" y="6349833"/>
            <a:ext cx="2970000" cy="3168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a:p>
        </p:txBody>
      </p:sp>
      <p:sp>
        <p:nvSpPr>
          <p:cNvPr id="5" name="灯片编号占位符 4"/>
          <p:cNvSpPr>
            <a:spLocks noGrp="1"/>
          </p:cNvSpPr>
          <p:nvPr>
            <p:ph type="sldNum" sz="quarter" idx="12"/>
            <p:custDataLst>
              <p:tags r:id="rId7"/>
            </p:custDataLst>
          </p:nvPr>
        </p:nvSpPr>
        <p:spPr>
          <a:xfrm>
            <a:off x="6457950" y="6349833"/>
            <a:ext cx="2025000" cy="3168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a:p>
        </p:txBody>
      </p:sp>
      <p:cxnSp>
        <p:nvCxnSpPr>
          <p:cNvPr id="8" name="直接连接符 7"/>
          <p:cNvCxnSpPr/>
          <p:nvPr>
            <p:custDataLst>
              <p:tags r:id="rId8"/>
            </p:custDataLst>
          </p:nvPr>
        </p:nvCxnSpPr>
        <p:spPr>
          <a:xfrm>
            <a:off x="2516981" y="3913822"/>
            <a:ext cx="4110038" cy="0"/>
          </a:xfrm>
          <a:prstGeom prst="line">
            <a:avLst/>
          </a:prstGeom>
          <a:ln>
            <a:solidFill>
              <a:schemeClr val="tx1">
                <a:lumMod val="75000"/>
                <a:lumOff val="25000"/>
              </a:schemeClr>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7" name="文本占位符 6"/>
          <p:cNvSpPr>
            <a:spLocks noGrp="1"/>
          </p:cNvSpPr>
          <p:nvPr>
            <p:ph type="body" idx="14" hasCustomPrompt="1"/>
            <p:custDataLst>
              <p:tags r:id="rId9"/>
            </p:custDataLst>
          </p:nvPr>
        </p:nvSpPr>
        <p:spPr>
          <a:xfrm>
            <a:off x="2560320" y="4117022"/>
            <a:ext cx="4023836" cy="764943"/>
          </a:xfrm>
        </p:spPr>
        <p:txBody>
          <a:bodyPr vert="horz" wrap="square" lIns="0" tIns="0" rIns="0" bIns="0" anchor="t" anchorCtr="0">
            <a:normAutofit/>
          </a:bodyPr>
          <a:lstStyle>
            <a:lvl1pPr marL="342900" marR="0" indent="-342900" algn="ctr" rtl="0" eaLnBrk="1" fontAlgn="auto">
              <a:lnSpc>
                <a:spcPct val="100000"/>
              </a:lnSpc>
              <a:spcBef>
                <a:spcPts val="0"/>
              </a:spcBef>
              <a:spcAft>
                <a:spcPts val="0"/>
              </a:spcAft>
              <a:buClrTx/>
              <a:buSzPts val="2000"/>
              <a:buFont typeface="Arial" panose="020B0604020202020204" pitchFamily="34" charset="0"/>
              <a:buNone/>
              <a:defRPr sz="1800" b="0" spc="200">
                <a:solidFill>
                  <a:schemeClr val="bg1"/>
                </a:solidFill>
                <a:latin typeface="Arial" panose="020B0604020202020204" pitchFamily="34" charset="0"/>
                <a:ea typeface="微软雅黑" panose="020B0503020204020204" charset="-122"/>
              </a:defRPr>
            </a:lvl1pPr>
          </a:lstStyle>
          <a:p>
            <a:pPr marL="0" marR="0" lvl="0" indent="0" algn="ctr" defTabSz="914400" rtl="0" eaLnBrk="1" fontAlgn="auto" latinLnBrk="0" hangingPunct="1">
              <a:lnSpc>
                <a:spcPct val="100000"/>
              </a:lnSpc>
              <a:spcBef>
                <a:spcPts val="0"/>
              </a:spcBef>
              <a:spcAft>
                <a:spcPts val="0"/>
              </a:spcAft>
              <a:buClr>
                <a:schemeClr val="tx1">
                  <a:lumMod val="65000"/>
                  <a:lumOff val="35000"/>
                </a:schemeClr>
              </a:buClr>
              <a:buSzPts val="2000"/>
              <a:buFont typeface="Arial" panose="020B0604020202020204" pitchFamily="34" charset="0"/>
              <a:buNone/>
            </a:pPr>
            <a:r>
              <a:rPr lang="zh-CN" altLang="en-US"/>
              <a:t>单击此处编辑副标题</a:t>
            </a:r>
            <a:endParaRPr lang="zh-CN" altLang="en-US"/>
          </a:p>
        </p:txBody>
      </p:sp>
      <p:sp>
        <p:nvSpPr>
          <p:cNvPr id="2" name="标题 1"/>
          <p:cNvSpPr>
            <a:spLocks noGrp="1"/>
          </p:cNvSpPr>
          <p:nvPr>
            <p:ph type="title" idx="13" hasCustomPrompt="1"/>
            <p:custDataLst>
              <p:tags r:id="rId10"/>
            </p:custDataLst>
          </p:nvPr>
        </p:nvSpPr>
        <p:spPr>
          <a:xfrm>
            <a:off x="2559844" y="2379663"/>
            <a:ext cx="4024313" cy="1398905"/>
          </a:xfrm>
        </p:spPr>
        <p:txBody>
          <a:bodyPr vert="horz" wrap="square" lIns="0" tIns="0" rIns="0" bIns="0" anchor="ctr" anchorCtr="0">
            <a:normAutofit/>
          </a:bodyPr>
          <a:lstStyle>
            <a:lvl1pPr marL="0" marR="0" indent="0" algn="dist" defTabSz="914400" rtl="0" eaLnBrk="1" fontAlgn="auto" latinLnBrk="0" hangingPunct="1">
              <a:lnSpc>
                <a:spcPct val="100000"/>
              </a:lnSpc>
              <a:spcBef>
                <a:spcPct val="0"/>
              </a:spcBef>
              <a:spcAft>
                <a:spcPts val="0"/>
              </a:spcAft>
              <a:buClrTx/>
              <a:buSzPts val="8000"/>
              <a:buNone/>
              <a:defRPr sz="6000" b="0" spc="1000">
                <a:solidFill>
                  <a:schemeClr val="bg1"/>
                </a:solidFill>
                <a:latin typeface="Arial" panose="020B0604020202020204" pitchFamily="34" charset="0"/>
                <a:ea typeface="汉仪旗黑-85S" panose="00020600040101010101" pitchFamily="18" charset="-122"/>
              </a:defRPr>
            </a:lvl1pPr>
          </a:lstStyle>
          <a:p>
            <a:r>
              <a:rPr lang="zh-CN" altLang="en-US"/>
              <a:t>编辑标题</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通用">
    <p:bg>
      <p:bgPr>
        <a:solidFill>
          <a:schemeClr val="bg2"/>
        </a:solidFill>
        <a:effectLst/>
      </p:bgPr>
    </p:bg>
    <p:spTree>
      <p:nvGrpSpPr>
        <p:cNvPr id="1" name=""/>
        <p:cNvGrpSpPr/>
        <p:nvPr/>
      </p:nvGrpSpPr>
      <p:grpSpPr>
        <a:xfrm>
          <a:off x="0" y="0"/>
          <a:ext cx="0" cy="0"/>
          <a:chOff x="0" y="0"/>
          <a:chExt cx="0" cy="0"/>
        </a:xfrm>
      </p:grpSpPr>
      <p:pic>
        <p:nvPicPr>
          <p:cNvPr id="7" name="图片 6"/>
          <p:cNvPicPr/>
          <p:nvPr>
            <p:custDataLst>
              <p:tags r:id="rId2"/>
            </p:custDataLst>
          </p:nvPr>
        </p:nvPicPr>
        <p:blipFill>
          <a:blip r:embed="rId3" r:link="rId4" cstate="print">
            <a:extLst>
              <a:ext uri="{28A0092B-C50C-407E-A947-70E740481C1C}">
                <a14:useLocalDpi xmlns:a14="http://schemas.microsoft.com/office/drawing/2010/main" val="0"/>
              </a:ext>
            </a:extLst>
          </a:blip>
          <a:stretch>
            <a:fillRect/>
          </a:stretch>
        </p:blipFill>
        <p:spPr>
          <a:xfrm>
            <a:off x="0" y="0"/>
            <a:ext cx="540068" cy="514350"/>
          </a:xfrm>
          <a:prstGeom prst="rect">
            <a:avLst/>
          </a:prstGeom>
        </p:spPr>
      </p:pic>
      <p:pic>
        <p:nvPicPr>
          <p:cNvPr id="6" name="图片 5"/>
          <p:cNvPicPr/>
          <p:nvPr>
            <p:custDataLst>
              <p:tags r:id="rId5"/>
            </p:custDataLst>
          </p:nvPr>
        </p:nvPicPr>
        <p:blipFill>
          <a:blip r:embed="rId6" r:link="rId7" cstate="print">
            <a:extLst>
              <a:ext uri="{28A0092B-C50C-407E-A947-70E740481C1C}">
                <a14:useLocalDpi xmlns:a14="http://schemas.microsoft.com/office/drawing/2010/main" val="0"/>
              </a:ext>
            </a:extLst>
          </a:blip>
          <a:stretch>
            <a:fillRect/>
          </a:stretch>
        </p:blipFill>
        <p:spPr>
          <a:xfrm>
            <a:off x="8603933" y="0"/>
            <a:ext cx="540068" cy="514350"/>
          </a:xfrm>
          <a:prstGeom prst="rect">
            <a:avLst/>
          </a:prstGeom>
        </p:spPr>
      </p:pic>
      <p:sp>
        <p:nvSpPr>
          <p:cNvPr id="2" name="标题 1"/>
          <p:cNvSpPr>
            <a:spLocks noGrp="1"/>
          </p:cNvSpPr>
          <p:nvPr>
            <p:ph type="title"/>
            <p:custDataLst>
              <p:tags r:id="rId8"/>
            </p:custDataLst>
          </p:nvPr>
        </p:nvSpPr>
        <p:spPr>
          <a:xfrm>
            <a:off x="502412" y="443230"/>
            <a:ext cx="8139178" cy="441964"/>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9"/>
            </p:custDataLst>
          </p:nvPr>
        </p:nvSpPr>
        <p:spPr>
          <a:xfrm>
            <a:off x="659807" y="6349833"/>
            <a:ext cx="2025000" cy="3168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10"/>
            </p:custDataLst>
          </p:nvPr>
        </p:nvSpPr>
        <p:spPr>
          <a:xfrm>
            <a:off x="3087000" y="6349833"/>
            <a:ext cx="2970000" cy="3168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11"/>
            </p:custDataLst>
          </p:nvPr>
        </p:nvSpPr>
        <p:spPr>
          <a:xfrm>
            <a:off x="6457950" y="6349833"/>
            <a:ext cx="2025000" cy="3168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相框">
    <p:bg>
      <p:bgPr>
        <a:solidFill>
          <a:schemeClr val="bg2"/>
        </a:solidFill>
        <a:effectLst/>
      </p:bgPr>
    </p:bg>
    <p:spTree>
      <p:nvGrpSpPr>
        <p:cNvPr id="1" name=""/>
        <p:cNvGrpSpPr/>
        <p:nvPr/>
      </p:nvGrpSpPr>
      <p:grpSpPr>
        <a:xfrm>
          <a:off x="0" y="0"/>
          <a:ext cx="0" cy="0"/>
          <a:chOff x="0" y="0"/>
          <a:chExt cx="0" cy="0"/>
        </a:xfrm>
      </p:grpSpPr>
      <p:sp>
        <p:nvSpPr>
          <p:cNvPr id="10" name="矩形 9"/>
          <p:cNvSpPr/>
          <p:nvPr>
            <p:custDataLst>
              <p:tags r:id="rId2"/>
            </p:custDataLst>
          </p:nvPr>
        </p:nvSpPr>
        <p:spPr>
          <a:xfrm>
            <a:off x="219056" y="303809"/>
            <a:ext cx="8705888" cy="6250382"/>
          </a:xfrm>
          <a:prstGeom prst="rect">
            <a:avLst/>
          </a:prstGeom>
          <a:solidFill>
            <a:schemeClr val="tx2"/>
          </a:solidFill>
          <a:ln w="12700" cap="flat" cmpd="sng" algn="ctr">
            <a:solidFill>
              <a:schemeClr val="accent1">
                <a:shade val="50000"/>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sz="1350"/>
          </a:p>
        </p:txBody>
      </p:sp>
      <p:pic>
        <p:nvPicPr>
          <p:cNvPr id="9" name="图片 8"/>
          <p:cNvPicPr/>
          <p:nvPr>
            <p:custDataLst>
              <p:tags r:id="rId3"/>
            </p:custDataLst>
          </p:nvPr>
        </p:nvPicPr>
        <p:blipFill>
          <a:blip r:embed="rId4" r:link="rId5" cstate="print">
            <a:extLst>
              <a:ext uri="{28A0092B-C50C-407E-A947-70E740481C1C}">
                <a14:useLocalDpi xmlns:a14="http://schemas.microsoft.com/office/drawing/2010/main" val="0"/>
              </a:ext>
            </a:extLst>
          </a:blip>
          <a:stretch>
            <a:fillRect/>
          </a:stretch>
        </p:blipFill>
        <p:spPr>
          <a:xfrm>
            <a:off x="0" y="0"/>
            <a:ext cx="540068" cy="514350"/>
          </a:xfrm>
          <a:prstGeom prst="rect">
            <a:avLst/>
          </a:prstGeom>
        </p:spPr>
      </p:pic>
      <p:pic>
        <p:nvPicPr>
          <p:cNvPr id="8" name="图片 7"/>
          <p:cNvPicPr/>
          <p:nvPr>
            <p:custDataLst>
              <p:tags r:id="rId6"/>
            </p:custDataLst>
          </p:nvPr>
        </p:nvPicPr>
        <p:blipFill>
          <a:blip r:embed="rId7" r:link="rId8" cstate="print">
            <a:extLst>
              <a:ext uri="{28A0092B-C50C-407E-A947-70E740481C1C}">
                <a14:useLocalDpi xmlns:a14="http://schemas.microsoft.com/office/drawing/2010/main" val="0"/>
              </a:ext>
            </a:extLst>
          </a:blip>
          <a:stretch>
            <a:fillRect/>
          </a:stretch>
        </p:blipFill>
        <p:spPr>
          <a:xfrm>
            <a:off x="8603933" y="0"/>
            <a:ext cx="540068" cy="514350"/>
          </a:xfrm>
          <a:prstGeom prst="rect">
            <a:avLst/>
          </a:prstGeom>
        </p:spPr>
      </p:pic>
      <p:sp>
        <p:nvSpPr>
          <p:cNvPr id="2" name="标题 1"/>
          <p:cNvSpPr>
            <a:spLocks noGrp="1"/>
          </p:cNvSpPr>
          <p:nvPr>
            <p:ph type="title" hasCustomPrompt="1"/>
            <p:custDataLst>
              <p:tags r:id="rId9"/>
            </p:custDataLst>
          </p:nvPr>
        </p:nvSpPr>
        <p:spPr>
          <a:xfrm>
            <a:off x="961200" y="1249200"/>
            <a:ext cx="7219800" cy="723600"/>
          </a:xfrm>
        </p:spPr>
        <p:txBody>
          <a:bodyPr wrap="square" anchor="ctr">
            <a:normAutofit/>
          </a:bodyPr>
          <a:lstStyle>
            <a:lvl1pPr>
              <a:defRPr sz="2400" baseline="0">
                <a:solidFill>
                  <a:schemeClr val="tx1"/>
                </a:solidFill>
                <a:latin typeface="Arial" panose="020B0604020202020204" pitchFamily="34" charset="0"/>
                <a:ea typeface="微软雅黑" panose="020B0503020204020204" charset="-122"/>
              </a:defRPr>
            </a:lvl1pPr>
          </a:lstStyle>
          <a:p>
            <a:r>
              <a:rPr lang="zh-CN" altLang="en-US" dirty="0"/>
              <a:t>单击此处编辑标题</a:t>
            </a:r>
            <a:endParaRPr lang="zh-CN" altLang="en-US" dirty="0"/>
          </a:p>
        </p:txBody>
      </p:sp>
      <p:sp>
        <p:nvSpPr>
          <p:cNvPr id="7" name="内容占位符 6"/>
          <p:cNvSpPr>
            <a:spLocks noGrp="1"/>
          </p:cNvSpPr>
          <p:nvPr>
            <p:ph sz="quarter" idx="13"/>
            <p:custDataLst>
              <p:tags r:id="rId10"/>
            </p:custDataLst>
          </p:nvPr>
        </p:nvSpPr>
        <p:spPr>
          <a:xfrm>
            <a:off x="960835" y="2163600"/>
            <a:ext cx="7219950" cy="3445200"/>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3" name="日期占位符 2"/>
          <p:cNvSpPr>
            <a:spLocks noGrp="1"/>
          </p:cNvSpPr>
          <p:nvPr>
            <p:ph type="dt" sz="half" idx="10"/>
            <p:custDataLst>
              <p:tags r:id="rId11"/>
            </p:custDataLst>
          </p:nvPr>
        </p:nvSpPr>
        <p:spPr>
          <a:xfrm>
            <a:off x="659807" y="6349833"/>
            <a:ext cx="2025000" cy="3168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12"/>
            </p:custDataLst>
          </p:nvPr>
        </p:nvSpPr>
        <p:spPr>
          <a:xfrm>
            <a:off x="3087000" y="6349833"/>
            <a:ext cx="2970000" cy="3168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13"/>
            </p:custDataLst>
          </p:nvPr>
        </p:nvSpPr>
        <p:spPr>
          <a:xfrm>
            <a:off x="6457950" y="6349833"/>
            <a:ext cx="2025000" cy="3168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左右">
    <p:bg>
      <p:bgPr>
        <a:solidFill>
          <a:schemeClr val="bg2"/>
        </a:solidFill>
        <a:effectLst/>
      </p:bgPr>
    </p:bg>
    <p:spTree>
      <p:nvGrpSpPr>
        <p:cNvPr id="1" name=""/>
        <p:cNvGrpSpPr/>
        <p:nvPr/>
      </p:nvGrpSpPr>
      <p:grpSpPr>
        <a:xfrm>
          <a:off x="0" y="0"/>
          <a:ext cx="0" cy="0"/>
          <a:chOff x="0" y="0"/>
          <a:chExt cx="0" cy="0"/>
        </a:xfrm>
      </p:grpSpPr>
      <p:sp>
        <p:nvSpPr>
          <p:cNvPr id="10" name="矩形 9"/>
          <p:cNvSpPr/>
          <p:nvPr>
            <p:custDataLst>
              <p:tags r:id="rId2"/>
            </p:custDataLst>
          </p:nvPr>
        </p:nvSpPr>
        <p:spPr>
          <a:xfrm>
            <a:off x="0" y="0"/>
            <a:ext cx="3618452" cy="6858000"/>
          </a:xfrm>
          <a:prstGeom prst="rect">
            <a:avLst/>
          </a:prstGeom>
          <a:solidFill>
            <a:schemeClr val="tx2"/>
          </a:solidFill>
          <a:ln w="12700" cap="flat" cmpd="sng" algn="ctr">
            <a:solidFill>
              <a:schemeClr val="accent1">
                <a:shade val="50000"/>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sz="1350"/>
          </a:p>
        </p:txBody>
      </p:sp>
      <p:pic>
        <p:nvPicPr>
          <p:cNvPr id="8" name="图片 7"/>
          <p:cNvPicPr/>
          <p:nvPr>
            <p:custDataLst>
              <p:tags r:id="rId3"/>
            </p:custDataLst>
          </p:nvPr>
        </p:nvPicPr>
        <p:blipFill>
          <a:blip r:embed="rId4" r:link="rId5" cstate="print">
            <a:extLst>
              <a:ext uri="{28A0092B-C50C-407E-A947-70E740481C1C}">
                <a14:useLocalDpi xmlns:a14="http://schemas.microsoft.com/office/drawing/2010/main" val="0"/>
              </a:ext>
            </a:extLst>
          </a:blip>
          <a:stretch>
            <a:fillRect/>
          </a:stretch>
        </p:blipFill>
        <p:spPr>
          <a:xfrm>
            <a:off x="8603933" y="0"/>
            <a:ext cx="540068" cy="514350"/>
          </a:xfrm>
          <a:prstGeom prst="rect">
            <a:avLst/>
          </a:prstGeom>
        </p:spPr>
      </p:pic>
      <p:sp>
        <p:nvSpPr>
          <p:cNvPr id="2" name="标题 1"/>
          <p:cNvSpPr>
            <a:spLocks noGrp="1"/>
          </p:cNvSpPr>
          <p:nvPr>
            <p:ph type="title" hasCustomPrompt="1"/>
            <p:custDataLst>
              <p:tags r:id="rId6"/>
            </p:custDataLst>
          </p:nvPr>
        </p:nvSpPr>
        <p:spPr>
          <a:xfrm>
            <a:off x="437400" y="770400"/>
            <a:ext cx="2970000" cy="882000"/>
          </a:xfrm>
        </p:spPr>
        <p:txBody>
          <a:bodyPr wrap="square" anchor="ctr" anchorCtr="0">
            <a:normAutofit/>
          </a:bodyPr>
          <a:lstStyle>
            <a:lvl1pPr>
              <a:defRPr sz="2700" baseline="0">
                <a:solidFill>
                  <a:schemeClr val="tx1"/>
                </a:solidFill>
                <a:latin typeface="Arial" panose="020B0604020202020204" pitchFamily="34" charset="0"/>
                <a:ea typeface="微软雅黑" panose="020B0503020204020204" charset="-122"/>
              </a:defRPr>
            </a:lvl1pPr>
          </a:lstStyle>
          <a:p>
            <a:r>
              <a:rPr lang="zh-CN" altLang="en-US" dirty="0"/>
              <a:t>单击编辑标题</a:t>
            </a:r>
            <a:endParaRPr lang="zh-CN" altLang="en-US" dirty="0"/>
          </a:p>
        </p:txBody>
      </p:sp>
      <p:sp>
        <p:nvSpPr>
          <p:cNvPr id="3" name="日期占位符 2"/>
          <p:cNvSpPr>
            <a:spLocks noGrp="1"/>
          </p:cNvSpPr>
          <p:nvPr>
            <p:ph type="dt" sz="half" idx="10"/>
            <p:custDataLst>
              <p:tags r:id="rId7"/>
            </p:custDataLst>
          </p:nvPr>
        </p:nvSpPr>
        <p:spPr>
          <a:xfrm>
            <a:off x="659807" y="6349833"/>
            <a:ext cx="2025000" cy="3168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8"/>
            </p:custDataLst>
          </p:nvPr>
        </p:nvSpPr>
        <p:spPr>
          <a:xfrm>
            <a:off x="3087000" y="6349833"/>
            <a:ext cx="2970000" cy="3168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9"/>
            </p:custDataLst>
          </p:nvPr>
        </p:nvSpPr>
        <p:spPr>
          <a:xfrm>
            <a:off x="6457950" y="6349833"/>
            <a:ext cx="2025000" cy="3168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dirty="0"/>
          </a:p>
        </p:txBody>
      </p:sp>
      <p:sp>
        <p:nvSpPr>
          <p:cNvPr id="7" name="文本占位符 6"/>
          <p:cNvSpPr>
            <a:spLocks noGrp="1"/>
          </p:cNvSpPr>
          <p:nvPr>
            <p:ph type="body" sz="quarter" idx="13"/>
            <p:custDataLst>
              <p:tags r:id="rId10"/>
            </p:custDataLst>
          </p:nvPr>
        </p:nvSpPr>
        <p:spPr>
          <a:xfrm>
            <a:off x="440100" y="1764000"/>
            <a:ext cx="2967300" cy="4093200"/>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内容占位符 8"/>
          <p:cNvSpPr>
            <a:spLocks noGrp="1"/>
          </p:cNvSpPr>
          <p:nvPr>
            <p:ph sz="quarter" idx="14"/>
            <p:custDataLst>
              <p:tags r:id="rId11"/>
            </p:custDataLst>
          </p:nvPr>
        </p:nvSpPr>
        <p:spPr>
          <a:xfrm>
            <a:off x="3825900" y="769938"/>
            <a:ext cx="4860000" cy="5087937"/>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上下">
    <p:bg>
      <p:bgPr>
        <a:solidFill>
          <a:schemeClr val="bg2"/>
        </a:solidFill>
        <a:effectLst/>
      </p:bgPr>
    </p:bg>
    <p:spTree>
      <p:nvGrpSpPr>
        <p:cNvPr id="1" name=""/>
        <p:cNvGrpSpPr/>
        <p:nvPr/>
      </p:nvGrpSpPr>
      <p:grpSpPr>
        <a:xfrm>
          <a:off x="0" y="0"/>
          <a:ext cx="0" cy="0"/>
          <a:chOff x="0" y="0"/>
          <a:chExt cx="0" cy="0"/>
        </a:xfrm>
      </p:grpSpPr>
      <p:sp>
        <p:nvSpPr>
          <p:cNvPr id="11" name="矩形 10"/>
          <p:cNvSpPr/>
          <p:nvPr>
            <p:custDataLst>
              <p:tags r:id="rId2"/>
            </p:custDataLst>
          </p:nvPr>
        </p:nvSpPr>
        <p:spPr>
          <a:xfrm>
            <a:off x="0" y="0"/>
            <a:ext cx="9144000" cy="2664333"/>
          </a:xfrm>
          <a:prstGeom prst="rect">
            <a:avLst/>
          </a:prstGeom>
          <a:solidFill>
            <a:schemeClr val="tx2"/>
          </a:solidFill>
          <a:ln w="12700" cap="flat" cmpd="sng" algn="ctr">
            <a:solidFill>
              <a:schemeClr val="accent1">
                <a:shade val="50000"/>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sz="1350"/>
          </a:p>
        </p:txBody>
      </p:sp>
      <p:pic>
        <p:nvPicPr>
          <p:cNvPr id="10" name="图片 9"/>
          <p:cNvPicPr/>
          <p:nvPr>
            <p:custDataLst>
              <p:tags r:id="rId3"/>
            </p:custDataLst>
          </p:nvPr>
        </p:nvPicPr>
        <p:blipFill>
          <a:blip r:embed="rId4" r:link="rId5" cstate="print">
            <a:extLst>
              <a:ext uri="{28A0092B-C50C-407E-A947-70E740481C1C}">
                <a14:useLocalDpi xmlns:a14="http://schemas.microsoft.com/office/drawing/2010/main" val="0"/>
              </a:ext>
            </a:extLst>
          </a:blip>
          <a:stretch>
            <a:fillRect/>
          </a:stretch>
        </p:blipFill>
        <p:spPr>
          <a:xfrm>
            <a:off x="0" y="0"/>
            <a:ext cx="540068" cy="514350"/>
          </a:xfrm>
          <a:prstGeom prst="rect">
            <a:avLst/>
          </a:prstGeom>
        </p:spPr>
      </p:pic>
      <p:pic>
        <p:nvPicPr>
          <p:cNvPr id="8" name="图片 7"/>
          <p:cNvPicPr/>
          <p:nvPr>
            <p:custDataLst>
              <p:tags r:id="rId6"/>
            </p:custDataLst>
          </p:nvPr>
        </p:nvPicPr>
        <p:blipFill>
          <a:blip r:embed="rId7" r:link="rId8" cstate="print">
            <a:extLst>
              <a:ext uri="{28A0092B-C50C-407E-A947-70E740481C1C}">
                <a14:useLocalDpi xmlns:a14="http://schemas.microsoft.com/office/drawing/2010/main" val="0"/>
              </a:ext>
            </a:extLst>
          </a:blip>
          <a:stretch>
            <a:fillRect/>
          </a:stretch>
        </p:blipFill>
        <p:spPr>
          <a:xfrm>
            <a:off x="8603933" y="0"/>
            <a:ext cx="540068" cy="514350"/>
          </a:xfrm>
          <a:prstGeom prst="rect">
            <a:avLst/>
          </a:prstGeom>
        </p:spPr>
      </p:pic>
      <p:sp>
        <p:nvSpPr>
          <p:cNvPr id="2" name="标题 1"/>
          <p:cNvSpPr>
            <a:spLocks noGrp="1"/>
          </p:cNvSpPr>
          <p:nvPr>
            <p:ph type="title"/>
            <p:custDataLst>
              <p:tags r:id="rId9"/>
            </p:custDataLst>
          </p:nvPr>
        </p:nvSpPr>
        <p:spPr>
          <a:xfrm>
            <a:off x="459000" y="781200"/>
            <a:ext cx="8232300" cy="626400"/>
          </a:xfrm>
        </p:spPr>
        <p:txBody>
          <a:bodyPr wrap="square" anchor="ctr">
            <a:normAutofit/>
          </a:bodyPr>
          <a:lstStyle>
            <a:lvl1pPr algn="ctr">
              <a:defRPr sz="2700" baseline="0">
                <a:solidFill>
                  <a:schemeClr val="tx1"/>
                </a:solidFill>
                <a:latin typeface="Arial" panose="020B0604020202020204" pitchFamily="34" charset="0"/>
                <a:ea typeface="微软雅黑" panose="020B0503020204020204" charset="-122"/>
              </a:defRPr>
            </a:lvl1pPr>
          </a:lstStyle>
          <a:p>
            <a:r>
              <a:rPr lang="zh-CN" altLang="en-US"/>
              <a:t>单击此处编辑母版标题样式</a:t>
            </a:r>
            <a:endParaRPr lang="zh-CN" altLang="en-US"/>
          </a:p>
        </p:txBody>
      </p:sp>
      <p:sp>
        <p:nvSpPr>
          <p:cNvPr id="3" name="日期占位符 2"/>
          <p:cNvSpPr>
            <a:spLocks noGrp="1"/>
          </p:cNvSpPr>
          <p:nvPr>
            <p:ph type="dt" sz="half" idx="10"/>
            <p:custDataLst>
              <p:tags r:id="rId10"/>
            </p:custDataLst>
          </p:nvPr>
        </p:nvSpPr>
        <p:spPr>
          <a:xfrm>
            <a:off x="659807" y="6349833"/>
            <a:ext cx="2025000" cy="3168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11"/>
            </p:custDataLst>
          </p:nvPr>
        </p:nvSpPr>
        <p:spPr>
          <a:xfrm>
            <a:off x="3087000" y="6349833"/>
            <a:ext cx="2970000" cy="3168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12"/>
            </p:custDataLst>
          </p:nvPr>
        </p:nvSpPr>
        <p:spPr>
          <a:xfrm>
            <a:off x="6457950" y="6349833"/>
            <a:ext cx="2025000" cy="3168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dirty="0"/>
          </a:p>
        </p:txBody>
      </p:sp>
      <p:sp>
        <p:nvSpPr>
          <p:cNvPr id="7" name="文本占位符 6"/>
          <p:cNvSpPr>
            <a:spLocks noGrp="1"/>
          </p:cNvSpPr>
          <p:nvPr>
            <p:ph type="body" sz="quarter" idx="13"/>
            <p:custDataLst>
              <p:tags r:id="rId13"/>
            </p:custDataLst>
          </p:nvPr>
        </p:nvSpPr>
        <p:spPr>
          <a:xfrm>
            <a:off x="459000" y="1659600"/>
            <a:ext cx="8231981" cy="828000"/>
          </a:xfrm>
        </p:spPr>
        <p:txBody>
          <a:bodyPr wrap="square">
            <a:normAutofit/>
          </a:bodyPr>
          <a:lstStyle>
            <a:lvl1pPr algn="ctr">
              <a:defRPr baseline="0">
                <a:solidFill>
                  <a:schemeClr val="tx1"/>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
        <p:nvSpPr>
          <p:cNvPr id="9" name="内容占位符 8"/>
          <p:cNvSpPr>
            <a:spLocks noGrp="1"/>
          </p:cNvSpPr>
          <p:nvPr>
            <p:ph sz="quarter" idx="14"/>
            <p:custDataLst>
              <p:tags r:id="rId14"/>
            </p:custDataLst>
          </p:nvPr>
        </p:nvSpPr>
        <p:spPr>
          <a:xfrm>
            <a:off x="459581" y="2808000"/>
            <a:ext cx="8224200" cy="3430800"/>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下上">
    <p:bg>
      <p:bgPr>
        <a:solidFill>
          <a:schemeClr val="bg2"/>
        </a:solidFill>
        <a:effectLst/>
      </p:bgPr>
    </p:bg>
    <p:spTree>
      <p:nvGrpSpPr>
        <p:cNvPr id="1" name=""/>
        <p:cNvGrpSpPr/>
        <p:nvPr/>
      </p:nvGrpSpPr>
      <p:grpSpPr>
        <a:xfrm>
          <a:off x="0" y="0"/>
          <a:ext cx="0" cy="0"/>
          <a:chOff x="0" y="0"/>
          <a:chExt cx="0" cy="0"/>
        </a:xfrm>
      </p:grpSpPr>
      <p:sp>
        <p:nvSpPr>
          <p:cNvPr id="11" name="矩形 10"/>
          <p:cNvSpPr/>
          <p:nvPr>
            <p:custDataLst>
              <p:tags r:id="rId2"/>
            </p:custDataLst>
          </p:nvPr>
        </p:nvSpPr>
        <p:spPr>
          <a:xfrm>
            <a:off x="0" y="5028971"/>
            <a:ext cx="9144000" cy="1829029"/>
          </a:xfrm>
          <a:prstGeom prst="rect">
            <a:avLst/>
          </a:prstGeom>
          <a:solidFill>
            <a:schemeClr val="tx2"/>
          </a:solidFill>
          <a:ln w="12700" cap="flat" cmpd="sng" algn="ctr">
            <a:solidFill>
              <a:schemeClr val="accent1">
                <a:shade val="50000"/>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sz="1350"/>
          </a:p>
        </p:txBody>
      </p:sp>
      <p:pic>
        <p:nvPicPr>
          <p:cNvPr id="10" name="图片 9"/>
          <p:cNvPicPr/>
          <p:nvPr>
            <p:custDataLst>
              <p:tags r:id="rId3"/>
            </p:custDataLst>
          </p:nvPr>
        </p:nvPicPr>
        <p:blipFill>
          <a:blip r:embed="rId4" r:link="rId5" cstate="print">
            <a:extLst>
              <a:ext uri="{28A0092B-C50C-407E-A947-70E740481C1C}">
                <a14:useLocalDpi xmlns:a14="http://schemas.microsoft.com/office/drawing/2010/main" val="0"/>
              </a:ext>
            </a:extLst>
          </a:blip>
          <a:stretch>
            <a:fillRect/>
          </a:stretch>
        </p:blipFill>
        <p:spPr>
          <a:xfrm>
            <a:off x="0" y="0"/>
            <a:ext cx="540068" cy="514350"/>
          </a:xfrm>
          <a:prstGeom prst="rect">
            <a:avLst/>
          </a:prstGeom>
        </p:spPr>
      </p:pic>
      <p:pic>
        <p:nvPicPr>
          <p:cNvPr id="8" name="图片 7"/>
          <p:cNvPicPr/>
          <p:nvPr>
            <p:custDataLst>
              <p:tags r:id="rId6"/>
            </p:custDataLst>
          </p:nvPr>
        </p:nvPicPr>
        <p:blipFill>
          <a:blip r:embed="rId7" r:link="rId8" cstate="print">
            <a:extLst>
              <a:ext uri="{28A0092B-C50C-407E-A947-70E740481C1C}">
                <a14:useLocalDpi xmlns:a14="http://schemas.microsoft.com/office/drawing/2010/main" val="0"/>
              </a:ext>
            </a:extLst>
          </a:blip>
          <a:stretch>
            <a:fillRect/>
          </a:stretch>
        </p:blipFill>
        <p:spPr>
          <a:xfrm>
            <a:off x="8603933" y="0"/>
            <a:ext cx="540068" cy="514350"/>
          </a:xfrm>
          <a:prstGeom prst="rect">
            <a:avLst/>
          </a:prstGeom>
        </p:spPr>
      </p:pic>
      <p:sp>
        <p:nvSpPr>
          <p:cNvPr id="2" name="标题 1"/>
          <p:cNvSpPr>
            <a:spLocks noGrp="1"/>
          </p:cNvSpPr>
          <p:nvPr>
            <p:ph type="title"/>
            <p:custDataLst>
              <p:tags r:id="rId9"/>
            </p:custDataLst>
          </p:nvPr>
        </p:nvSpPr>
        <p:spPr>
          <a:xfrm>
            <a:off x="453600" y="669600"/>
            <a:ext cx="8232300" cy="565200"/>
          </a:xfrm>
        </p:spPr>
        <p:txBody>
          <a:bodyPr wrap="square" anchor="ctr" anchorCtr="0">
            <a:normAutofit/>
          </a:bodyPr>
          <a:lstStyle>
            <a:lvl1pPr algn="ctr">
              <a:defRPr sz="2400" baseline="0">
                <a:solidFill>
                  <a:schemeClr val="tx1"/>
                </a:solidFill>
                <a:latin typeface="Arial" panose="020B0604020202020204" pitchFamily="34" charset="0"/>
                <a:ea typeface="微软雅黑" panose="020B0503020204020204" charset="-122"/>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10"/>
            </p:custDataLst>
          </p:nvPr>
        </p:nvSpPr>
        <p:spPr>
          <a:xfrm>
            <a:off x="659807" y="6349833"/>
            <a:ext cx="2025000" cy="3168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11"/>
            </p:custDataLst>
          </p:nvPr>
        </p:nvSpPr>
        <p:spPr>
          <a:xfrm>
            <a:off x="3087000" y="6349833"/>
            <a:ext cx="2970000" cy="3168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12"/>
            </p:custDataLst>
          </p:nvPr>
        </p:nvSpPr>
        <p:spPr>
          <a:xfrm>
            <a:off x="6457950" y="6349833"/>
            <a:ext cx="2025000" cy="3168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dirty="0"/>
          </a:p>
        </p:txBody>
      </p:sp>
      <p:sp>
        <p:nvSpPr>
          <p:cNvPr id="7" name="内容占位符 6"/>
          <p:cNvSpPr>
            <a:spLocks noGrp="1"/>
          </p:cNvSpPr>
          <p:nvPr>
            <p:ph sz="quarter" idx="13"/>
            <p:custDataLst>
              <p:tags r:id="rId13"/>
            </p:custDataLst>
          </p:nvPr>
        </p:nvSpPr>
        <p:spPr>
          <a:xfrm>
            <a:off x="453628" y="1681200"/>
            <a:ext cx="8243100" cy="3211200"/>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文本占位符 8"/>
          <p:cNvSpPr>
            <a:spLocks noGrp="1"/>
          </p:cNvSpPr>
          <p:nvPr>
            <p:ph type="body" sz="quarter" idx="14"/>
            <p:custDataLst>
              <p:tags r:id="rId14"/>
            </p:custDataLst>
          </p:nvPr>
        </p:nvSpPr>
        <p:spPr>
          <a:xfrm>
            <a:off x="445500" y="5180400"/>
            <a:ext cx="8251200" cy="1011600"/>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导航">
    <p:bg>
      <p:bgPr>
        <a:solidFill>
          <a:schemeClr val="bg2"/>
        </a:solidFill>
        <a:effectLst/>
      </p:bgPr>
    </p:bg>
    <p:spTree>
      <p:nvGrpSpPr>
        <p:cNvPr id="1" name=""/>
        <p:cNvGrpSpPr/>
        <p:nvPr/>
      </p:nvGrpSpPr>
      <p:grpSpPr>
        <a:xfrm>
          <a:off x="0" y="0"/>
          <a:ext cx="0" cy="0"/>
          <a:chOff x="0" y="0"/>
          <a:chExt cx="0" cy="0"/>
        </a:xfrm>
      </p:grpSpPr>
      <p:sp>
        <p:nvSpPr>
          <p:cNvPr id="14" name="矩形 13"/>
          <p:cNvSpPr/>
          <p:nvPr>
            <p:custDataLst>
              <p:tags r:id="rId2"/>
            </p:custDataLst>
          </p:nvPr>
        </p:nvSpPr>
        <p:spPr>
          <a:xfrm>
            <a:off x="0" y="0"/>
            <a:ext cx="9144000" cy="914400"/>
          </a:xfrm>
          <a:prstGeom prst="rect">
            <a:avLst/>
          </a:prstGeom>
          <a:solidFill>
            <a:schemeClr val="tx2"/>
          </a:solidFill>
          <a:ln w="12700" cap="flat" cmpd="sng" algn="ctr">
            <a:solidFill>
              <a:schemeClr val="accent1">
                <a:shade val="50000"/>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sz="1350"/>
          </a:p>
        </p:txBody>
      </p:sp>
      <p:pic>
        <p:nvPicPr>
          <p:cNvPr id="12" name="图片 11"/>
          <p:cNvPicPr/>
          <p:nvPr>
            <p:custDataLst>
              <p:tags r:id="rId3"/>
            </p:custDataLst>
          </p:nvPr>
        </p:nvPicPr>
        <p:blipFill>
          <a:blip r:embed="rId4" r:link="rId5" cstate="print">
            <a:extLst>
              <a:ext uri="{28A0092B-C50C-407E-A947-70E740481C1C}">
                <a14:useLocalDpi xmlns:a14="http://schemas.microsoft.com/office/drawing/2010/main" val="0"/>
              </a:ext>
            </a:extLst>
          </a:blip>
          <a:stretch>
            <a:fillRect/>
          </a:stretch>
        </p:blipFill>
        <p:spPr>
          <a:xfrm>
            <a:off x="8603933" y="6343650"/>
            <a:ext cx="540068" cy="514350"/>
          </a:xfrm>
          <a:prstGeom prst="rect">
            <a:avLst/>
          </a:prstGeom>
        </p:spPr>
      </p:pic>
      <p:pic>
        <p:nvPicPr>
          <p:cNvPr id="10" name="图片 9"/>
          <p:cNvPicPr/>
          <p:nvPr>
            <p:custDataLst>
              <p:tags r:id="rId6"/>
            </p:custDataLst>
          </p:nvPr>
        </p:nvPicPr>
        <p:blipFill>
          <a:blip r:embed="rId7" r:link="rId8" cstate="print">
            <a:extLst>
              <a:ext uri="{28A0092B-C50C-407E-A947-70E740481C1C}">
                <a14:useLocalDpi xmlns:a14="http://schemas.microsoft.com/office/drawing/2010/main" val="0"/>
              </a:ext>
            </a:extLst>
          </a:blip>
          <a:stretch>
            <a:fillRect/>
          </a:stretch>
        </p:blipFill>
        <p:spPr>
          <a:xfrm>
            <a:off x="0" y="6343650"/>
            <a:ext cx="540068" cy="514350"/>
          </a:xfrm>
          <a:prstGeom prst="rect">
            <a:avLst/>
          </a:prstGeom>
        </p:spPr>
      </p:pic>
      <p:sp>
        <p:nvSpPr>
          <p:cNvPr id="2" name="标题 1"/>
          <p:cNvSpPr>
            <a:spLocks noGrp="1"/>
          </p:cNvSpPr>
          <p:nvPr>
            <p:ph type="title"/>
            <p:custDataLst>
              <p:tags r:id="rId9"/>
            </p:custDataLst>
          </p:nvPr>
        </p:nvSpPr>
        <p:spPr>
          <a:xfrm>
            <a:off x="434700" y="237600"/>
            <a:ext cx="8278200" cy="441964"/>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10"/>
            </p:custDataLst>
          </p:nvPr>
        </p:nvSpPr>
        <p:spPr>
          <a:xfrm>
            <a:off x="659807" y="6349833"/>
            <a:ext cx="2025000" cy="3168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11"/>
            </p:custDataLst>
          </p:nvPr>
        </p:nvSpPr>
        <p:spPr>
          <a:xfrm>
            <a:off x="3087000" y="6349833"/>
            <a:ext cx="2970000" cy="3168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12"/>
            </p:custDataLst>
          </p:nvPr>
        </p:nvSpPr>
        <p:spPr>
          <a:xfrm>
            <a:off x="6457950" y="6349833"/>
            <a:ext cx="2025000" cy="3168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dirty="0"/>
          </a:p>
        </p:txBody>
      </p:sp>
      <p:sp>
        <p:nvSpPr>
          <p:cNvPr id="7" name="内容占位符 6"/>
          <p:cNvSpPr>
            <a:spLocks noGrp="1"/>
          </p:cNvSpPr>
          <p:nvPr>
            <p:ph sz="quarter" idx="13"/>
            <p:custDataLst>
              <p:tags r:id="rId13"/>
            </p:custDataLst>
          </p:nvPr>
        </p:nvSpPr>
        <p:spPr>
          <a:xfrm>
            <a:off x="434700" y="1663200"/>
            <a:ext cx="4006800" cy="2894400"/>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内容占位符 8"/>
          <p:cNvSpPr>
            <a:spLocks noGrp="1"/>
          </p:cNvSpPr>
          <p:nvPr>
            <p:ph sz="quarter" idx="14"/>
            <p:custDataLst>
              <p:tags r:id="rId14"/>
            </p:custDataLst>
          </p:nvPr>
        </p:nvSpPr>
        <p:spPr>
          <a:xfrm>
            <a:off x="4681800" y="1663200"/>
            <a:ext cx="4025700" cy="2894400"/>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1" name="文本占位符 10"/>
          <p:cNvSpPr>
            <a:spLocks noGrp="1"/>
          </p:cNvSpPr>
          <p:nvPr>
            <p:ph type="body" sz="quarter" idx="15"/>
            <p:custDataLst>
              <p:tags r:id="rId15"/>
            </p:custDataLst>
          </p:nvPr>
        </p:nvSpPr>
        <p:spPr>
          <a:xfrm>
            <a:off x="429300" y="4816800"/>
            <a:ext cx="4006800" cy="781200"/>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
        <p:nvSpPr>
          <p:cNvPr id="13" name="文本占位符 12"/>
          <p:cNvSpPr>
            <a:spLocks noGrp="1"/>
          </p:cNvSpPr>
          <p:nvPr>
            <p:ph type="body" sz="quarter" idx="16"/>
            <p:custDataLst>
              <p:tags r:id="rId16"/>
            </p:custDataLst>
          </p:nvPr>
        </p:nvSpPr>
        <p:spPr>
          <a:xfrm>
            <a:off x="4689900" y="4813200"/>
            <a:ext cx="4025700" cy="781200"/>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腰带">
    <p:bg>
      <p:bgPr>
        <a:solidFill>
          <a:schemeClr val="bg2"/>
        </a:solidFill>
        <a:effectLst/>
      </p:bgPr>
    </p:bg>
    <p:spTree>
      <p:nvGrpSpPr>
        <p:cNvPr id="1" name=""/>
        <p:cNvGrpSpPr/>
        <p:nvPr/>
      </p:nvGrpSpPr>
      <p:grpSpPr>
        <a:xfrm>
          <a:off x="0" y="0"/>
          <a:ext cx="0" cy="0"/>
          <a:chOff x="0" y="0"/>
          <a:chExt cx="0" cy="0"/>
        </a:xfrm>
      </p:grpSpPr>
      <p:sp>
        <p:nvSpPr>
          <p:cNvPr id="10" name="矩形 9"/>
          <p:cNvSpPr/>
          <p:nvPr>
            <p:custDataLst>
              <p:tags r:id="rId2"/>
            </p:custDataLst>
          </p:nvPr>
        </p:nvSpPr>
        <p:spPr>
          <a:xfrm>
            <a:off x="0" y="953691"/>
            <a:ext cx="9144000" cy="4950618"/>
          </a:xfrm>
          <a:prstGeom prst="rect">
            <a:avLst/>
          </a:prstGeom>
          <a:solidFill>
            <a:schemeClr val="tx2"/>
          </a:solidFill>
          <a:ln w="12700" cap="flat" cmpd="sng" algn="ctr">
            <a:solidFill>
              <a:schemeClr val="accent1">
                <a:shade val="50000"/>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sz="1350"/>
          </a:p>
        </p:txBody>
      </p:sp>
      <p:pic>
        <p:nvPicPr>
          <p:cNvPr id="9" name="图片 8"/>
          <p:cNvPicPr/>
          <p:nvPr>
            <p:custDataLst>
              <p:tags r:id="rId3"/>
            </p:custDataLst>
          </p:nvPr>
        </p:nvPicPr>
        <p:blipFill>
          <a:blip r:embed="rId4" r:link="rId5">
            <a:extLst>
              <a:ext uri="{28A0092B-C50C-407E-A947-70E740481C1C}">
                <a14:useLocalDpi xmlns:a14="http://schemas.microsoft.com/office/drawing/2010/main" val="0"/>
              </a:ext>
            </a:extLst>
          </a:blip>
          <a:stretch>
            <a:fillRect/>
          </a:stretch>
        </p:blipFill>
        <p:spPr>
          <a:xfrm>
            <a:off x="7928848" y="5700713"/>
            <a:ext cx="1215152" cy="1157288"/>
          </a:xfrm>
          <a:prstGeom prst="rect">
            <a:avLst/>
          </a:prstGeom>
        </p:spPr>
      </p:pic>
      <p:pic>
        <p:nvPicPr>
          <p:cNvPr id="8" name="图片 7"/>
          <p:cNvPicPr/>
          <p:nvPr>
            <p:custDataLst>
              <p:tags r:id="rId6"/>
            </p:custDataLst>
          </p:nvPr>
        </p:nvPicPr>
        <p:blipFill>
          <a:blip r:embed="rId7" r:link="rId8">
            <a:extLst>
              <a:ext uri="{28A0092B-C50C-407E-A947-70E740481C1C}">
                <a14:useLocalDpi xmlns:a14="http://schemas.microsoft.com/office/drawing/2010/main" val="0"/>
              </a:ext>
            </a:extLst>
          </a:blip>
          <a:stretch>
            <a:fillRect/>
          </a:stretch>
        </p:blipFill>
        <p:spPr>
          <a:xfrm>
            <a:off x="0" y="5700713"/>
            <a:ext cx="1215152" cy="1157288"/>
          </a:xfrm>
          <a:prstGeom prst="rect">
            <a:avLst/>
          </a:prstGeom>
        </p:spPr>
      </p:pic>
      <p:sp>
        <p:nvSpPr>
          <p:cNvPr id="2" name="标题 1"/>
          <p:cNvSpPr>
            <a:spLocks noGrp="1"/>
          </p:cNvSpPr>
          <p:nvPr>
            <p:ph type="title" hasCustomPrompt="1"/>
            <p:custDataLst>
              <p:tags r:id="rId9"/>
            </p:custDataLst>
          </p:nvPr>
        </p:nvSpPr>
        <p:spPr>
          <a:xfrm>
            <a:off x="1142100" y="1339200"/>
            <a:ext cx="6858000" cy="2386800"/>
          </a:xfrm>
        </p:spPr>
        <p:txBody>
          <a:bodyPr wrap="square" anchor="b">
            <a:normAutofit/>
          </a:bodyPr>
          <a:lstStyle>
            <a:lvl1pPr algn="ctr">
              <a:defRPr sz="4500" baseline="0">
                <a:solidFill>
                  <a:schemeClr val="tx1"/>
                </a:solidFill>
                <a:latin typeface="Arial" panose="020B0604020202020204" pitchFamily="34" charset="0"/>
                <a:ea typeface="微软雅黑" panose="020B0503020204020204" charset="-122"/>
              </a:defRPr>
            </a:lvl1pPr>
          </a:lstStyle>
          <a:p>
            <a:r>
              <a:rPr lang="zh-CN" altLang="en-US" dirty="0"/>
              <a:t>单击此处编辑标题</a:t>
            </a:r>
            <a:endParaRPr lang="zh-CN" altLang="en-US" dirty="0"/>
          </a:p>
        </p:txBody>
      </p:sp>
      <p:sp>
        <p:nvSpPr>
          <p:cNvPr id="3" name="日期占位符 2"/>
          <p:cNvSpPr>
            <a:spLocks noGrp="1"/>
          </p:cNvSpPr>
          <p:nvPr>
            <p:ph type="dt" sz="half" idx="10"/>
            <p:custDataLst>
              <p:tags r:id="rId10"/>
            </p:custDataLst>
          </p:nvPr>
        </p:nvSpPr>
        <p:spPr>
          <a:xfrm>
            <a:off x="659807" y="6349833"/>
            <a:ext cx="2025000" cy="3168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11"/>
            </p:custDataLst>
          </p:nvPr>
        </p:nvSpPr>
        <p:spPr>
          <a:xfrm>
            <a:off x="3087000" y="6349833"/>
            <a:ext cx="2970000" cy="3168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12"/>
            </p:custDataLst>
          </p:nvPr>
        </p:nvSpPr>
        <p:spPr>
          <a:xfrm>
            <a:off x="6457950" y="6349833"/>
            <a:ext cx="2025000" cy="3168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dirty="0"/>
          </a:p>
        </p:txBody>
      </p:sp>
      <p:sp>
        <p:nvSpPr>
          <p:cNvPr id="7" name="文本占位符 6"/>
          <p:cNvSpPr>
            <a:spLocks noGrp="1"/>
          </p:cNvSpPr>
          <p:nvPr>
            <p:ph type="body" sz="quarter" idx="13"/>
            <p:custDataLst>
              <p:tags r:id="rId13"/>
            </p:custDataLst>
          </p:nvPr>
        </p:nvSpPr>
        <p:spPr>
          <a:xfrm>
            <a:off x="1141810" y="3862800"/>
            <a:ext cx="6858000" cy="1656000"/>
          </a:xfrm>
        </p:spPr>
        <p:txBody>
          <a:bodyPr wrap="square">
            <a:normAutofit/>
          </a:bodyPr>
          <a:lstStyle>
            <a:lvl1pPr algn="ctr">
              <a:defRPr baseline="0">
                <a:solidFill>
                  <a:schemeClr val="tx1"/>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Recent Project Info">
    <p:spTree>
      <p:nvGrpSpPr>
        <p:cNvPr id="1" name=""/>
        <p:cNvGrpSpPr/>
        <p:nvPr/>
      </p:nvGrpSpPr>
      <p:grpSpPr>
        <a:xfrm>
          <a:off x="0" y="0"/>
          <a:ext cx="0" cy="0"/>
          <a:chOff x="0" y="0"/>
          <a:chExt cx="0" cy="0"/>
        </a:xfrm>
      </p:grpSpPr>
      <p:sp>
        <p:nvSpPr>
          <p:cNvPr id="11" name="Picture Placeholder 10"/>
          <p:cNvSpPr>
            <a:spLocks noGrp="1"/>
          </p:cNvSpPr>
          <p:nvPr>
            <p:ph type="pic" sz="quarter" idx="10"/>
          </p:nvPr>
        </p:nvSpPr>
        <p:spPr>
          <a:xfrm>
            <a:off x="2001441" y="2019300"/>
            <a:ext cx="2209800" cy="3810000"/>
          </a:xfrm>
          <a:prstGeom prst="rect">
            <a:avLst/>
          </a:prstGeom>
          <a:solidFill>
            <a:schemeClr val="bg1">
              <a:lumMod val="85000"/>
            </a:schemeClr>
          </a:solidFill>
        </p:spPr>
        <p:txBody>
          <a:bodyPr/>
          <a:lstStyle/>
          <a:p>
            <a:endParaRPr lang="en-US"/>
          </a:p>
        </p:txBody>
      </p:sp>
      <p:sp>
        <p:nvSpPr>
          <p:cNvPr id="12" name="Picture Placeholder 10"/>
          <p:cNvSpPr>
            <a:spLocks noGrp="1"/>
          </p:cNvSpPr>
          <p:nvPr>
            <p:ph type="pic" sz="quarter" idx="11"/>
          </p:nvPr>
        </p:nvSpPr>
        <p:spPr>
          <a:xfrm>
            <a:off x="6220809" y="2019300"/>
            <a:ext cx="2209800" cy="3810000"/>
          </a:xfrm>
          <a:prstGeom prst="rect">
            <a:avLst/>
          </a:prstGeom>
          <a:solidFill>
            <a:schemeClr val="bg1">
              <a:lumMod val="85000"/>
            </a:schemeClr>
          </a:solidFill>
        </p:spPr>
        <p:txBody>
          <a:bodyPr/>
          <a:lstStyle/>
          <a:p>
            <a:endParaRPr lang="en-US"/>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6" Type="http://schemas.openxmlformats.org/officeDocument/2006/relationships/theme" Target="../theme/theme1.xml"/><Relationship Id="rId25" Type="http://schemas.openxmlformats.org/officeDocument/2006/relationships/tags" Target="../tags/tag138.xml"/><Relationship Id="rId24" Type="http://schemas.openxmlformats.org/officeDocument/2006/relationships/tags" Target="../tags/tag137.xml"/><Relationship Id="rId23" Type="http://schemas.openxmlformats.org/officeDocument/2006/relationships/tags" Target="../tags/tag136.xml"/><Relationship Id="rId22" Type="http://schemas.openxmlformats.org/officeDocument/2006/relationships/tags" Target="../tags/tag135.xml"/><Relationship Id="rId21" Type="http://schemas.openxmlformats.org/officeDocument/2006/relationships/tags" Target="../tags/tag134.xml"/><Relationship Id="rId20" Type="http://schemas.openxmlformats.org/officeDocument/2006/relationships/tags" Target="../tags/tag133.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20"/>
            </p:custDataLst>
          </p:nvPr>
        </p:nvSpPr>
        <p:spPr>
          <a:xfrm>
            <a:off x="502412" y="443230"/>
            <a:ext cx="8139178" cy="441964"/>
          </a:xfrm>
          <a:prstGeom prst="rect">
            <a:avLst/>
          </a:prstGeom>
        </p:spPr>
        <p:txBody>
          <a:bodyPr vert="horz" wrap="square"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21"/>
            </p:custDataLst>
          </p:nvPr>
        </p:nvSpPr>
        <p:spPr>
          <a:xfrm>
            <a:off x="502412" y="961398"/>
            <a:ext cx="8139178" cy="5388907"/>
          </a:xfrm>
          <a:prstGeom prst="rect">
            <a:avLst/>
          </a:prstGeom>
        </p:spPr>
        <p:txBody>
          <a:bodyPr vert="horz" wrap="square" lIns="90170" tIns="46990" rIns="90170" bIns="4699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22"/>
            </p:custDataLst>
          </p:nvPr>
        </p:nvSpPr>
        <p:spPr>
          <a:xfrm>
            <a:off x="659807" y="6349833"/>
            <a:ext cx="2025000" cy="316800"/>
          </a:xfrm>
          <a:prstGeom prst="rect">
            <a:avLst/>
          </a:prstGeom>
        </p:spPr>
        <p:txBody>
          <a:bodyPr vert="horz" wrap="square" lIns="91440" tIns="45720" rIns="91440" bIns="45720" rtlCol="0" anchor="ctr">
            <a:normAutofit/>
          </a:bodyPr>
          <a:lstStyle>
            <a:lvl1pPr algn="l">
              <a:defRPr sz="900">
                <a:solidFill>
                  <a:schemeClr val="tx1">
                    <a:tint val="75000"/>
                  </a:schemeClr>
                </a:solidFill>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23"/>
            </p:custDataLst>
          </p:nvPr>
        </p:nvSpPr>
        <p:spPr>
          <a:xfrm>
            <a:off x="3087000" y="6349833"/>
            <a:ext cx="2970000" cy="316800"/>
          </a:xfrm>
          <a:prstGeom prst="rect">
            <a:avLst/>
          </a:prstGeom>
        </p:spPr>
        <p:txBody>
          <a:bodyPr vert="horz" wrap="square" lIns="91440" tIns="45720" rIns="91440" bIns="45720" rtlCol="0" anchor="ctr">
            <a:normAutofit/>
          </a:bodyPr>
          <a:lstStyle>
            <a:lvl1pPr algn="ctr">
              <a:defRPr sz="900">
                <a:solidFill>
                  <a:schemeClr val="tx1">
                    <a:tint val="75000"/>
                  </a:schemeClr>
                </a:solidFill>
                <a:latin typeface="Arial" panose="020B0604020202020204" pitchFamily="34" charset="0"/>
                <a:ea typeface="微软雅黑" panose="020B0503020204020204" charset="-122"/>
              </a:defRPr>
            </a:lvl1pPr>
          </a:lstStyle>
          <a:p>
            <a:endParaRPr lang="zh-CN" altLang="en-US" dirty="0"/>
          </a:p>
        </p:txBody>
      </p:sp>
      <p:sp>
        <p:nvSpPr>
          <p:cNvPr id="6" name="灯片编号占位符 5"/>
          <p:cNvSpPr>
            <a:spLocks noGrp="1"/>
          </p:cNvSpPr>
          <p:nvPr>
            <p:ph type="sldNum" sz="quarter" idx="4"/>
            <p:custDataLst>
              <p:tags r:id="rId24"/>
            </p:custDataLst>
          </p:nvPr>
        </p:nvSpPr>
        <p:spPr>
          <a:xfrm>
            <a:off x="6457950" y="6349833"/>
            <a:ext cx="2025000" cy="316800"/>
          </a:xfrm>
          <a:prstGeom prst="rect">
            <a:avLst/>
          </a:prstGeom>
        </p:spPr>
        <p:txBody>
          <a:bodyPr vert="horz" wrap="square" lIns="91440" tIns="45720" rIns="91440" bIns="45720" rtlCol="0" anchor="ctr">
            <a:normAutofit/>
          </a:bodyPr>
          <a:lstStyle>
            <a:lvl1pPr algn="r">
              <a:defRPr sz="900">
                <a:solidFill>
                  <a:schemeClr val="tx1">
                    <a:tint val="75000"/>
                  </a:schemeClr>
                </a:solidFill>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dirty="0"/>
          </a:p>
        </p:txBody>
      </p:sp>
      <p:sp>
        <p:nvSpPr>
          <p:cNvPr id="7" name="KSO_TEMPLATE" hidden="1"/>
          <p:cNvSpPr/>
          <p:nvPr>
            <p:custDataLst>
              <p:tags r:id="rId25"/>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Lst>
  <mc:AlternateContent xmlns:mc="http://schemas.openxmlformats.org/markup-compatibility/2006">
    <mc:Choice xmlns:p14="http://schemas.microsoft.com/office/powerpoint/2010/main" Requires="p14">
      <p:transition p14:dur="500"/>
    </mc:Choice>
    <mc:Fallback>
      <p:transition/>
    </mc:Fallback>
  </mc:AlternateContent>
  <p:txStyles>
    <p:titleStyle>
      <a:lvl1pPr algn="l" defTabSz="685800" rtl="0" eaLnBrk="1" fontAlgn="auto" latinLnBrk="0" hangingPunct="1">
        <a:lnSpc>
          <a:spcPct val="100000"/>
        </a:lnSpc>
        <a:spcBef>
          <a:spcPct val="0"/>
        </a:spcBef>
        <a:buNone/>
        <a:defRPr sz="1800" b="1" u="none" strike="noStrike" kern="1200" cap="none" spc="200" normalizeH="0">
          <a:solidFill>
            <a:schemeClr val="tx1"/>
          </a:solidFill>
          <a:uFillTx/>
          <a:latin typeface="Arial" panose="020B0604020202020204" pitchFamily="34" charset="0"/>
          <a:ea typeface="微软雅黑" panose="020B0503020204020204" charset="-122"/>
          <a:cs typeface="+mj-cs"/>
        </a:defRPr>
      </a:lvl1pPr>
    </p:titleStyle>
    <p:bodyStyle>
      <a:lvl1pPr marL="1714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solidFill>
          <a:uFillTx/>
          <a:latin typeface="Arial" panose="020B0604020202020204" pitchFamily="34" charset="0"/>
          <a:ea typeface="微软雅黑" panose="020B0503020204020204" charset="-122"/>
          <a:cs typeface="+mn-cs"/>
        </a:defRPr>
      </a:lvl1pPr>
      <a:lvl2pPr marL="514350" indent="-171450" algn="l" defTabSz="685800" rtl="0" eaLnBrk="1" fontAlgn="auto" latinLnBrk="0" hangingPunct="1">
        <a:lnSpc>
          <a:spcPct val="130000"/>
        </a:lnSpc>
        <a:spcBef>
          <a:spcPts val="0"/>
        </a:spcBef>
        <a:spcAft>
          <a:spcPts val="1000"/>
        </a:spcAft>
        <a:buFont typeface="Arial" panose="020B0604020202020204" pitchFamily="34" charset="0"/>
        <a:buChar char="•"/>
        <a:tabLst>
          <a:tab pos="1207135" algn="l"/>
        </a:tabLst>
        <a:defRPr sz="1200" u="none" strike="noStrike" kern="1200" cap="none" spc="150" normalizeH="0" baseline="0">
          <a:solidFill>
            <a:schemeClr val="tx1"/>
          </a:solidFill>
          <a:uFillTx/>
          <a:latin typeface="Arial" panose="020B0604020202020204" pitchFamily="34" charset="0"/>
          <a:ea typeface="微软雅黑" panose="020B0503020204020204" charset="-122"/>
          <a:cs typeface="+mn-cs"/>
        </a:defRPr>
      </a:lvl2pPr>
      <a:lvl3pPr marL="8572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solidFill>
          <a:uFillTx/>
          <a:latin typeface="Arial" panose="020B0604020202020204" pitchFamily="34" charset="0"/>
          <a:ea typeface="微软雅黑" panose="020B0503020204020204" charset="-122"/>
          <a:cs typeface="+mn-cs"/>
        </a:defRPr>
      </a:lvl3pPr>
      <a:lvl4pPr marL="12001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solidFill>
          <a:uFillTx/>
          <a:latin typeface="Arial" panose="020B0604020202020204" pitchFamily="34" charset="0"/>
          <a:ea typeface="微软雅黑" panose="020B0503020204020204" charset="-122"/>
          <a:cs typeface="+mn-cs"/>
        </a:defRPr>
      </a:lvl4pPr>
      <a:lvl5pPr marL="15430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solidFill>
          <a:uFillTx/>
          <a:latin typeface="Arial" panose="020B0604020202020204" pitchFamily="34" charset="0"/>
          <a:ea typeface="微软雅黑" panose="020B0503020204020204" charset="-122"/>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slideLayout" Target="../slideLayouts/slideLayout19.xml"/><Relationship Id="rId4" Type="http://schemas.openxmlformats.org/officeDocument/2006/relationships/tags" Target="../tags/tag141.xml"/><Relationship Id="rId3" Type="http://schemas.openxmlformats.org/officeDocument/2006/relationships/tags" Target="../tags/tag140.xml"/><Relationship Id="rId2" Type="http://schemas.openxmlformats.org/officeDocument/2006/relationships/image" Target="../media/image6.jpeg"/><Relationship Id="rId1" Type="http://schemas.openxmlformats.org/officeDocument/2006/relationships/tags" Target="../tags/tag139.xml"/></Relationships>
</file>

<file path=ppt/slides/_rels/slide2.xml.rels><?xml version="1.0" encoding="UTF-8" standalone="yes"?>
<Relationships xmlns="http://schemas.openxmlformats.org/package/2006/relationships"><Relationship Id="rId7" Type="http://schemas.openxmlformats.org/officeDocument/2006/relationships/notesSlide" Target="../notesSlides/notesSlide1.xml"/><Relationship Id="rId6" Type="http://schemas.openxmlformats.org/officeDocument/2006/relationships/slideLayout" Target="../slideLayouts/slideLayout7.xml"/><Relationship Id="rId5" Type="http://schemas.openxmlformats.org/officeDocument/2006/relationships/tags" Target="../tags/tag146.xml"/><Relationship Id="rId4" Type="http://schemas.openxmlformats.org/officeDocument/2006/relationships/tags" Target="../tags/tag145.xml"/><Relationship Id="rId3" Type="http://schemas.openxmlformats.org/officeDocument/2006/relationships/tags" Target="../tags/tag144.xml"/><Relationship Id="rId2" Type="http://schemas.openxmlformats.org/officeDocument/2006/relationships/tags" Target="../tags/tag143.xml"/><Relationship Id="rId1" Type="http://schemas.openxmlformats.org/officeDocument/2006/relationships/tags" Target="../tags/tag14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48.xml"/><Relationship Id="rId1" Type="http://schemas.openxmlformats.org/officeDocument/2006/relationships/tags" Target="../tags/tag147.xml"/></Relationships>
</file>

<file path=ppt/slides/_rels/slide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51.xml"/><Relationship Id="rId2" Type="http://schemas.openxmlformats.org/officeDocument/2006/relationships/tags" Target="../tags/tag150.xml"/><Relationship Id="rId1" Type="http://schemas.openxmlformats.org/officeDocument/2006/relationships/tags" Target="../tags/tag149.xml"/></Relationships>
</file>

<file path=ppt/slides/_rels/slide5.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tags" Target="../tags/tag154.xml"/><Relationship Id="rId6" Type="http://schemas.openxmlformats.org/officeDocument/2006/relationships/image" Target="../media/image8.png"/><Relationship Id="rId5" Type="http://schemas.openxmlformats.org/officeDocument/2006/relationships/customXml" Target="../ink/ink2.xml"/><Relationship Id="rId4" Type="http://schemas.openxmlformats.org/officeDocument/2006/relationships/image" Target="../media/image7.png"/><Relationship Id="rId3" Type="http://schemas.openxmlformats.org/officeDocument/2006/relationships/customXml" Target="../ink/ink1.xml"/><Relationship Id="rId2" Type="http://schemas.openxmlformats.org/officeDocument/2006/relationships/tags" Target="../tags/tag153.xml"/><Relationship Id="rId1" Type="http://schemas.openxmlformats.org/officeDocument/2006/relationships/tags" Target="../tags/tag152.xml"/></Relationships>
</file>

<file path=ppt/slides/_rels/slide6.xml.rels><?xml version="1.0" encoding="UTF-8" standalone="yes"?>
<Relationships xmlns="http://schemas.openxmlformats.org/package/2006/relationships"><Relationship Id="rId8" Type="http://schemas.openxmlformats.org/officeDocument/2006/relationships/notesSlide" Target="../notesSlides/notesSlide2.xml"/><Relationship Id="rId7" Type="http://schemas.openxmlformats.org/officeDocument/2006/relationships/slideLayout" Target="../slideLayouts/slideLayout7.xml"/><Relationship Id="rId6" Type="http://schemas.openxmlformats.org/officeDocument/2006/relationships/tags" Target="../tags/tag160.xml"/><Relationship Id="rId5" Type="http://schemas.openxmlformats.org/officeDocument/2006/relationships/tags" Target="../tags/tag159.xml"/><Relationship Id="rId4" Type="http://schemas.openxmlformats.org/officeDocument/2006/relationships/tags" Target="../tags/tag158.xml"/><Relationship Id="rId3" Type="http://schemas.openxmlformats.org/officeDocument/2006/relationships/tags" Target="../tags/tag157.xml"/><Relationship Id="rId2" Type="http://schemas.openxmlformats.org/officeDocument/2006/relationships/tags" Target="../tags/tag156.xml"/><Relationship Id="rId1" Type="http://schemas.openxmlformats.org/officeDocument/2006/relationships/tags" Target="../tags/tag155.xml"/></Relationships>
</file>

<file path=ppt/slides/_rels/slide7.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164.xml"/><Relationship Id="rId3" Type="http://schemas.openxmlformats.org/officeDocument/2006/relationships/tags" Target="../tags/tag163.xml"/><Relationship Id="rId2" Type="http://schemas.openxmlformats.org/officeDocument/2006/relationships/tags" Target="../tags/tag162.xml"/><Relationship Id="rId1" Type="http://schemas.openxmlformats.org/officeDocument/2006/relationships/tags" Target="../tags/tag161.xml"/></Relationships>
</file>

<file path=ppt/slides/_rels/slide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67.xml"/><Relationship Id="rId2" Type="http://schemas.openxmlformats.org/officeDocument/2006/relationships/tags" Target="../tags/tag166.xml"/><Relationship Id="rId1" Type="http://schemas.openxmlformats.org/officeDocument/2006/relationships/tags" Target="../tags/tag165.xml"/></Relationships>
</file>

<file path=ppt/slides/_rels/slide9.xml.rels><?xml version="1.0" encoding="UTF-8" standalone="yes"?>
<Relationships xmlns="http://schemas.openxmlformats.org/package/2006/relationships"><Relationship Id="rId9" Type="http://schemas.openxmlformats.org/officeDocument/2006/relationships/notesSlide" Target="../notesSlides/notesSlide3.xml"/><Relationship Id="rId8" Type="http://schemas.openxmlformats.org/officeDocument/2006/relationships/slideLayout" Target="../slideLayouts/slideLayout7.xml"/><Relationship Id="rId7" Type="http://schemas.openxmlformats.org/officeDocument/2006/relationships/tags" Target="../tags/tag174.xml"/><Relationship Id="rId6" Type="http://schemas.openxmlformats.org/officeDocument/2006/relationships/tags" Target="../tags/tag173.xml"/><Relationship Id="rId5" Type="http://schemas.openxmlformats.org/officeDocument/2006/relationships/tags" Target="../tags/tag172.xml"/><Relationship Id="rId4" Type="http://schemas.openxmlformats.org/officeDocument/2006/relationships/tags" Target="../tags/tag171.xml"/><Relationship Id="rId3" Type="http://schemas.openxmlformats.org/officeDocument/2006/relationships/tags" Target="../tags/tag170.xml"/><Relationship Id="rId2" Type="http://schemas.openxmlformats.org/officeDocument/2006/relationships/tags" Target="../tags/tag169.xml"/><Relationship Id="rId1" Type="http://schemas.openxmlformats.org/officeDocument/2006/relationships/tags" Target="../tags/tag168.xml"/></Relationships>
</file>

<file path=ppt/slides/_rels/slide1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77.xml"/><Relationship Id="rId2" Type="http://schemas.openxmlformats.org/officeDocument/2006/relationships/tags" Target="../tags/tag176.xml"/><Relationship Id="rId1" Type="http://schemas.openxmlformats.org/officeDocument/2006/relationships/tags" Target="../tags/tag175.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79.xml"/><Relationship Id="rId1" Type="http://schemas.openxmlformats.org/officeDocument/2006/relationships/tags" Target="../tags/tag178.xml"/></Relationships>
</file>

<file path=ppt/slides/_rels/slide1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82.xml"/><Relationship Id="rId2" Type="http://schemas.openxmlformats.org/officeDocument/2006/relationships/tags" Target="../tags/tag181.xml"/><Relationship Id="rId1" Type="http://schemas.openxmlformats.org/officeDocument/2006/relationships/tags" Target="../tags/tag180.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84.xml"/><Relationship Id="rId1" Type="http://schemas.openxmlformats.org/officeDocument/2006/relationships/tags" Target="../tags/tag183.xml"/></Relationships>
</file>

<file path=ppt/slides/_rels/slide14.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tags" Target="../tags/tag187.xml"/><Relationship Id="rId4" Type="http://schemas.openxmlformats.org/officeDocument/2006/relationships/image" Target="../media/image8.png"/><Relationship Id="rId3" Type="http://schemas.openxmlformats.org/officeDocument/2006/relationships/customXml" Target="../ink/ink3.xml"/><Relationship Id="rId2" Type="http://schemas.openxmlformats.org/officeDocument/2006/relationships/tags" Target="../tags/tag186.xml"/><Relationship Id="rId1" Type="http://schemas.openxmlformats.org/officeDocument/2006/relationships/tags" Target="../tags/tag185.xml"/></Relationships>
</file>

<file path=ppt/slides/_rels/slide1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90.xml"/><Relationship Id="rId2" Type="http://schemas.openxmlformats.org/officeDocument/2006/relationships/tags" Target="../tags/tag189.xml"/><Relationship Id="rId1" Type="http://schemas.openxmlformats.org/officeDocument/2006/relationships/tags" Target="../tags/tag188.xml"/></Relationships>
</file>

<file path=ppt/slides/_rels/slide1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93.xml"/><Relationship Id="rId2" Type="http://schemas.openxmlformats.org/officeDocument/2006/relationships/tags" Target="../tags/tag192.xml"/><Relationship Id="rId1" Type="http://schemas.openxmlformats.org/officeDocument/2006/relationships/tags" Target="../tags/tag191.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95.xml"/><Relationship Id="rId1" Type="http://schemas.openxmlformats.org/officeDocument/2006/relationships/tags" Target="../tags/tag194.xml"/></Relationships>
</file>

<file path=ppt/slides/_rels/slide18.xml.rels><?xml version="1.0" encoding="UTF-8" standalone="yes"?>
<Relationships xmlns="http://schemas.openxmlformats.org/package/2006/relationships"><Relationship Id="rId8" Type="http://schemas.openxmlformats.org/officeDocument/2006/relationships/notesSlide" Target="../notesSlides/notesSlide4.xml"/><Relationship Id="rId7" Type="http://schemas.openxmlformats.org/officeDocument/2006/relationships/slideLayout" Target="../slideLayouts/slideLayout7.xml"/><Relationship Id="rId6" Type="http://schemas.openxmlformats.org/officeDocument/2006/relationships/tags" Target="../tags/tag201.xml"/><Relationship Id="rId5" Type="http://schemas.openxmlformats.org/officeDocument/2006/relationships/tags" Target="../tags/tag200.xml"/><Relationship Id="rId4" Type="http://schemas.openxmlformats.org/officeDocument/2006/relationships/tags" Target="../tags/tag199.xml"/><Relationship Id="rId3" Type="http://schemas.openxmlformats.org/officeDocument/2006/relationships/tags" Target="../tags/tag198.xml"/><Relationship Id="rId2" Type="http://schemas.openxmlformats.org/officeDocument/2006/relationships/tags" Target="../tags/tag197.xml"/><Relationship Id="rId1" Type="http://schemas.openxmlformats.org/officeDocument/2006/relationships/tags" Target="../tags/tag196.xml"/></Relationships>
</file>

<file path=ppt/slides/_rels/slide19.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tags" Target="../tags/tag205.xml"/><Relationship Id="rId5" Type="http://schemas.openxmlformats.org/officeDocument/2006/relationships/image" Target="../media/image8.png"/><Relationship Id="rId4" Type="http://schemas.openxmlformats.org/officeDocument/2006/relationships/tags" Target="../tags/tag204.xml"/><Relationship Id="rId3" Type="http://schemas.openxmlformats.org/officeDocument/2006/relationships/customXml" Target="../ink/ink4.xml"/><Relationship Id="rId2" Type="http://schemas.openxmlformats.org/officeDocument/2006/relationships/tags" Target="../tags/tag203.xml"/><Relationship Id="rId1" Type="http://schemas.openxmlformats.org/officeDocument/2006/relationships/tags" Target="../tags/tag202.xml"/></Relationships>
</file>

<file path=ppt/slides/_rels/slide2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208.xml"/><Relationship Id="rId2" Type="http://schemas.openxmlformats.org/officeDocument/2006/relationships/tags" Target="../tags/tag207.xml"/><Relationship Id="rId1" Type="http://schemas.openxmlformats.org/officeDocument/2006/relationships/tags" Target="../tags/tag206.xml"/></Relationships>
</file>

<file path=ppt/slides/_rels/slide2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211.xml"/><Relationship Id="rId2" Type="http://schemas.openxmlformats.org/officeDocument/2006/relationships/tags" Target="../tags/tag210.xml"/><Relationship Id="rId1" Type="http://schemas.openxmlformats.org/officeDocument/2006/relationships/tags" Target="../tags/tag209.xml"/></Relationships>
</file>

<file path=ppt/slides/_rels/slide22.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tags" Target="../tags/tag214.xml"/><Relationship Id="rId4" Type="http://schemas.openxmlformats.org/officeDocument/2006/relationships/image" Target="../media/image9.png"/><Relationship Id="rId3" Type="http://schemas.openxmlformats.org/officeDocument/2006/relationships/customXml" Target="../ink/ink5.xml"/><Relationship Id="rId2" Type="http://schemas.openxmlformats.org/officeDocument/2006/relationships/tags" Target="../tags/tag213.xml"/><Relationship Id="rId1" Type="http://schemas.openxmlformats.org/officeDocument/2006/relationships/tags" Target="../tags/tag212.xml"/></Relationships>
</file>

<file path=ppt/slides/_rels/slide2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216.xml"/><Relationship Id="rId2" Type="http://schemas.openxmlformats.org/officeDocument/2006/relationships/image" Target="../media/image10.png"/><Relationship Id="rId1" Type="http://schemas.openxmlformats.org/officeDocument/2006/relationships/tags" Target="../tags/tag215.xml"/></Relationships>
</file>

<file path=ppt/slides/_rels/slide2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219.xml"/><Relationship Id="rId2" Type="http://schemas.openxmlformats.org/officeDocument/2006/relationships/tags" Target="../tags/tag218.xml"/><Relationship Id="rId1" Type="http://schemas.openxmlformats.org/officeDocument/2006/relationships/tags" Target="../tags/tag217.xml"/></Relationships>
</file>

<file path=ppt/slides/_rels/slide2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222.xml"/><Relationship Id="rId2" Type="http://schemas.openxmlformats.org/officeDocument/2006/relationships/tags" Target="../tags/tag221.xml"/><Relationship Id="rId1" Type="http://schemas.openxmlformats.org/officeDocument/2006/relationships/tags" Target="../tags/tag220.xml"/></Relationships>
</file>

<file path=ppt/slides/_rels/slide2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225.xml"/><Relationship Id="rId2" Type="http://schemas.openxmlformats.org/officeDocument/2006/relationships/tags" Target="../tags/tag224.xml"/><Relationship Id="rId1" Type="http://schemas.openxmlformats.org/officeDocument/2006/relationships/tags" Target="../tags/tag223.xml"/></Relationships>
</file>

<file path=ppt/slides/_rels/slide27.xml.rels><?xml version="1.0" encoding="UTF-8" standalone="yes"?>
<Relationships xmlns="http://schemas.openxmlformats.org/package/2006/relationships"><Relationship Id="rId8" Type="http://schemas.openxmlformats.org/officeDocument/2006/relationships/notesSlide" Target="../notesSlides/notesSlide5.xml"/><Relationship Id="rId7" Type="http://schemas.openxmlformats.org/officeDocument/2006/relationships/slideLayout" Target="../slideLayouts/slideLayout7.xml"/><Relationship Id="rId6" Type="http://schemas.openxmlformats.org/officeDocument/2006/relationships/tags" Target="../tags/tag231.xml"/><Relationship Id="rId5" Type="http://schemas.openxmlformats.org/officeDocument/2006/relationships/tags" Target="../tags/tag230.xml"/><Relationship Id="rId4" Type="http://schemas.openxmlformats.org/officeDocument/2006/relationships/tags" Target="../tags/tag229.xml"/><Relationship Id="rId3" Type="http://schemas.openxmlformats.org/officeDocument/2006/relationships/tags" Target="../tags/tag228.xml"/><Relationship Id="rId2" Type="http://schemas.openxmlformats.org/officeDocument/2006/relationships/tags" Target="../tags/tag227.xml"/><Relationship Id="rId1" Type="http://schemas.openxmlformats.org/officeDocument/2006/relationships/tags" Target="../tags/tag226.xml"/></Relationships>
</file>

<file path=ppt/slides/_rels/slide28.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tags" Target="../tags/tag235.xml"/><Relationship Id="rId5" Type="http://schemas.openxmlformats.org/officeDocument/2006/relationships/image" Target="../media/image8.png"/><Relationship Id="rId4" Type="http://schemas.openxmlformats.org/officeDocument/2006/relationships/tags" Target="../tags/tag234.xml"/><Relationship Id="rId3" Type="http://schemas.openxmlformats.org/officeDocument/2006/relationships/customXml" Target="../ink/ink6.xml"/><Relationship Id="rId2" Type="http://schemas.openxmlformats.org/officeDocument/2006/relationships/tags" Target="../tags/tag233.xml"/><Relationship Id="rId1" Type="http://schemas.openxmlformats.org/officeDocument/2006/relationships/tags" Target="../tags/tag232.xml"/></Relationships>
</file>

<file path=ppt/slides/_rels/slide2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238.xml"/><Relationship Id="rId2" Type="http://schemas.openxmlformats.org/officeDocument/2006/relationships/tags" Target="../tags/tag237.xml"/><Relationship Id="rId1" Type="http://schemas.openxmlformats.org/officeDocument/2006/relationships/tags" Target="../tags/tag236.xml"/></Relationships>
</file>

<file path=ppt/slides/_rels/slide30.xml.rels><?xml version="1.0" encoding="UTF-8" standalone="yes"?>
<Relationships xmlns="http://schemas.openxmlformats.org/package/2006/relationships"><Relationship Id="rId9" Type="http://schemas.openxmlformats.org/officeDocument/2006/relationships/notesSlide" Target="../notesSlides/notesSlide6.xml"/><Relationship Id="rId8" Type="http://schemas.openxmlformats.org/officeDocument/2006/relationships/slideLayout" Target="../slideLayouts/slideLayout7.xml"/><Relationship Id="rId7" Type="http://schemas.openxmlformats.org/officeDocument/2006/relationships/tags" Target="../tags/tag245.xml"/><Relationship Id="rId6" Type="http://schemas.openxmlformats.org/officeDocument/2006/relationships/tags" Target="../tags/tag244.xml"/><Relationship Id="rId5" Type="http://schemas.openxmlformats.org/officeDocument/2006/relationships/tags" Target="../tags/tag243.xml"/><Relationship Id="rId4" Type="http://schemas.openxmlformats.org/officeDocument/2006/relationships/tags" Target="../tags/tag242.xml"/><Relationship Id="rId3" Type="http://schemas.openxmlformats.org/officeDocument/2006/relationships/tags" Target="../tags/tag241.xml"/><Relationship Id="rId2" Type="http://schemas.openxmlformats.org/officeDocument/2006/relationships/tags" Target="../tags/tag240.xml"/><Relationship Id="rId1" Type="http://schemas.openxmlformats.org/officeDocument/2006/relationships/tags" Target="../tags/tag239.xml"/></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47.xml"/><Relationship Id="rId1" Type="http://schemas.openxmlformats.org/officeDocument/2006/relationships/tags" Target="../tags/tag246.xml"/></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49.xml"/><Relationship Id="rId1" Type="http://schemas.openxmlformats.org/officeDocument/2006/relationships/tags" Target="../tags/tag248.xml"/></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51.xml"/><Relationship Id="rId1" Type="http://schemas.openxmlformats.org/officeDocument/2006/relationships/tags" Target="../tags/tag250.xml"/></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53.xml"/><Relationship Id="rId1" Type="http://schemas.openxmlformats.org/officeDocument/2006/relationships/tags" Target="../tags/tag25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占位符 3"/>
          <p:cNvPicPr>
            <a:picLocks noGrp="1" noChangeAspect="1"/>
          </p:cNvPicPr>
          <p:nvPr>
            <p:ph type="pic" idx="4294967295"/>
            <p:custDataLst>
              <p:tags r:id="rId1"/>
            </p:custDataLst>
          </p:nvPr>
        </p:nvPicPr>
        <p:blipFill>
          <a:blip r:embed="rId2">
            <a:extLst>
              <a:ext uri="{28A0092B-C50C-407E-A947-70E740481C1C}">
                <a14:useLocalDpi xmlns:a14="http://schemas.microsoft.com/office/drawing/2010/main" val="0"/>
              </a:ext>
            </a:extLst>
          </a:blip>
          <a:srcRect t="28923" b="28923"/>
          <a:stretch>
            <a:fillRect/>
          </a:stretch>
        </p:blipFill>
        <p:spPr>
          <a:xfrm>
            <a:off x="0" y="857250"/>
            <a:ext cx="9144000" cy="2227898"/>
          </a:xfrm>
          <a:prstGeom prst="rect">
            <a:avLst/>
          </a:prstGeom>
          <a:solidFill>
            <a:schemeClr val="bg1">
              <a:lumMod val="65000"/>
            </a:schemeClr>
          </a:solidFill>
        </p:spPr>
      </p:pic>
      <p:sp>
        <p:nvSpPr>
          <p:cNvPr id="5" name="TextBox 1"/>
          <p:cNvSpPr txBox="1"/>
          <p:nvPr>
            <p:custDataLst>
              <p:tags r:id="rId3"/>
            </p:custDataLst>
          </p:nvPr>
        </p:nvSpPr>
        <p:spPr>
          <a:xfrm>
            <a:off x="1740819" y="3480582"/>
            <a:ext cx="5662930" cy="1649730"/>
          </a:xfrm>
          <a:prstGeom prst="rect">
            <a:avLst/>
          </a:prstGeom>
          <a:noFill/>
        </p:spPr>
        <p:txBody>
          <a:bodyPr wrap="none" rtlCol="0">
            <a:spAutoFit/>
          </a:bodyPr>
          <a:lstStyle/>
          <a:p>
            <a:pPr algn="ctr"/>
            <a:r>
              <a:rPr lang="zh-CN" altLang="en-US" sz="8625" b="1" dirty="0">
                <a:solidFill>
                  <a:schemeClr val="accent5">
                    <a:lumMod val="75000"/>
                  </a:schemeClr>
                </a:solidFill>
                <a:effectLst>
                  <a:outerShdw blurRad="38100" dist="25400" dir="5400000" algn="ctr" rotWithShape="0">
                    <a:srgbClr val="6E747A">
                      <a:alpha val="43000"/>
                    </a:srgbClr>
                  </a:outerShdw>
                </a:effectLst>
                <a:cs typeface="+mn-ea"/>
                <a:sym typeface="+mn-ea"/>
              </a:rPr>
              <a:t>多线程编程</a:t>
            </a:r>
            <a:endParaRPr lang="en-US" altLang="zh-CN" sz="2700" b="1" dirty="0">
              <a:solidFill>
                <a:schemeClr val="tx1">
                  <a:lumMod val="50000"/>
                  <a:lumOff val="50000"/>
                </a:schemeClr>
              </a:solidFill>
              <a:cs typeface="+mn-ea"/>
              <a:sym typeface="+mn-lt"/>
            </a:endParaRPr>
          </a:p>
          <a:p>
            <a:pPr algn="ctr"/>
            <a:endParaRPr lang="en-US" altLang="zh-CN" sz="750" dirty="0" smtClean="0">
              <a:solidFill>
                <a:schemeClr val="tx1">
                  <a:lumMod val="50000"/>
                  <a:lumOff val="50000"/>
                </a:schemeClr>
              </a:solidFill>
              <a:cs typeface="+mn-ea"/>
              <a:sym typeface="+mn-lt"/>
            </a:endParaRPr>
          </a:p>
          <a:p>
            <a:pPr algn="ctr"/>
            <a:endParaRPr lang="en-US" sz="750" dirty="0">
              <a:solidFill>
                <a:schemeClr val="tx1">
                  <a:lumMod val="50000"/>
                  <a:lumOff val="50000"/>
                </a:schemeClr>
              </a:solidFill>
              <a:cs typeface="+mn-ea"/>
              <a:sym typeface="+mn-lt"/>
            </a:endParaRPr>
          </a:p>
        </p:txBody>
      </p:sp>
    </p:spTree>
    <p:custDataLst>
      <p:tags r:id="rId4"/>
    </p:custDataLst>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Text Box 3"/>
          <p:cNvSpPr>
            <a:spLocks noChangeArrowheads="1"/>
          </p:cNvSpPr>
          <p:nvPr>
            <p:custDataLst>
              <p:tags r:id="rId1"/>
            </p:custDataLst>
          </p:nvPr>
        </p:nvSpPr>
        <p:spPr bwMode="auto">
          <a:xfrm>
            <a:off x="4217481" y="3162185"/>
            <a:ext cx="1267460" cy="748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none" anchor="ctr">
            <a:spAutoFit/>
          </a:bodyPr>
          <a:lstStyle/>
          <a:p>
            <a:pPr algn="r"/>
            <a:r>
              <a:rPr lang="zh-CN" altLang="en-US" sz="4270" b="1" dirty="0">
                <a:solidFill>
                  <a:schemeClr val="accent5">
                    <a:lumMod val="75000"/>
                  </a:schemeClr>
                </a:solidFill>
                <a:latin typeface="Arial" panose="020B0604020202020204" pitchFamily="34" charset="0"/>
                <a:ea typeface="微软雅黑" panose="020B0503020204020204" charset="-122"/>
                <a:sym typeface="+mn-ea"/>
              </a:rPr>
              <a:t>概念</a:t>
            </a:r>
            <a:endParaRPr lang="zh-CN" altLang="en-US" sz="4270" b="1" dirty="0">
              <a:solidFill>
                <a:schemeClr val="accent5">
                  <a:lumMod val="75000"/>
                </a:schemeClr>
              </a:solidFill>
              <a:latin typeface="Arial" panose="020B0604020202020204" pitchFamily="34" charset="0"/>
              <a:ea typeface="微软雅黑" panose="020B0503020204020204" charset="-122"/>
              <a:sym typeface="+mn-ea"/>
            </a:endParaRPr>
          </a:p>
        </p:txBody>
      </p:sp>
      <p:sp>
        <p:nvSpPr>
          <p:cNvPr id="5124" name="淘宝网chenying0907出品 10"/>
          <p:cNvSpPr>
            <a:spLocks noChangeArrowheads="1"/>
          </p:cNvSpPr>
          <p:nvPr>
            <p:custDataLst>
              <p:tags r:id="rId2"/>
            </p:custDataLst>
          </p:nvPr>
        </p:nvSpPr>
        <p:spPr bwMode="auto">
          <a:xfrm>
            <a:off x="4094291" y="2649895"/>
            <a:ext cx="132588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r"/>
            <a:r>
              <a:rPr lang="zh-CN" altLang="en-US" dirty="0">
                <a:solidFill>
                  <a:schemeClr val="accent1"/>
                </a:solidFill>
                <a:latin typeface="Arial" panose="020B0604020202020204" pitchFamily="34" charset="0"/>
                <a:ea typeface="微软雅黑" panose="020B0503020204020204" charset="-122"/>
                <a:sym typeface="Arial" panose="020B0604020202020204" pitchFamily="34" charset="0"/>
              </a:rPr>
              <a:t>多线程编程</a:t>
            </a:r>
            <a:endParaRPr lang="zh-CN" altLang="en-US" dirty="0">
              <a:solidFill>
                <a:schemeClr val="accent1"/>
              </a:solidFill>
              <a:latin typeface="Arial" panose="020B0604020202020204" pitchFamily="34" charset="0"/>
              <a:ea typeface="微软雅黑" panose="020B0503020204020204" charset="-122"/>
              <a:sym typeface="Arial" panose="020B0604020202020204" pitchFamily="34" charset="0"/>
            </a:endParaRPr>
          </a:p>
        </p:txBody>
      </p:sp>
      <p:sp>
        <p:nvSpPr>
          <p:cNvPr id="5125" name="淘宝网chenying0907出品 11"/>
          <p:cNvSpPr>
            <a:spLocks noChangeShapeType="1"/>
          </p:cNvSpPr>
          <p:nvPr>
            <p:custDataLst>
              <p:tags r:id="rId3"/>
            </p:custDataLst>
          </p:nvPr>
        </p:nvSpPr>
        <p:spPr bwMode="auto">
          <a:xfrm>
            <a:off x="1505825" y="2960613"/>
            <a:ext cx="3914345" cy="1191"/>
          </a:xfrm>
          <a:prstGeom prst="line">
            <a:avLst/>
          </a:prstGeom>
          <a:noFill/>
          <a:ln w="6350" cap="flat" cmpd="sng">
            <a:solidFill>
              <a:schemeClr val="accent1"/>
            </a:solidFill>
            <a:bevel/>
          </a:ln>
          <a:extLst>
            <a:ext uri="{909E8E84-426E-40DD-AFC4-6F175D3DCCD1}">
              <a14:hiddenFill xmlns:a14="http://schemas.microsoft.com/office/drawing/2010/main">
                <a:noFill/>
              </a14:hiddenFill>
            </a:ext>
          </a:extLst>
        </p:spPr>
        <p:txBody>
          <a:bodyPr/>
          <a:lstStyle/>
          <a:p>
            <a:endParaRPr lang="zh-CN" altLang="en-US" sz="1420">
              <a:solidFill>
                <a:schemeClr val="accent1"/>
              </a:solidFill>
              <a:latin typeface="Arial" panose="020B0604020202020204" pitchFamily="34" charset="0"/>
              <a:ea typeface="微软雅黑" panose="020B0503020204020204" charset="-122"/>
              <a:sym typeface="Arial" panose="020B0604020202020204" pitchFamily="34" charset="0"/>
            </a:endParaRPr>
          </a:p>
        </p:txBody>
      </p:sp>
      <p:sp>
        <p:nvSpPr>
          <p:cNvPr id="7" name="Text Box 3"/>
          <p:cNvSpPr>
            <a:spLocks noChangeArrowheads="1"/>
          </p:cNvSpPr>
          <p:nvPr>
            <p:custDataLst>
              <p:tags r:id="rId4"/>
            </p:custDataLst>
          </p:nvPr>
        </p:nvSpPr>
        <p:spPr bwMode="auto">
          <a:xfrm>
            <a:off x="5545075" y="2294165"/>
            <a:ext cx="2183130" cy="227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none" anchor="ctr">
            <a:spAutoFit/>
          </a:bodyPr>
          <a:lstStyle/>
          <a:p>
            <a:r>
              <a:rPr lang="en-US" sz="14155" dirty="0">
                <a:solidFill>
                  <a:schemeClr val="accent5">
                    <a:lumMod val="75000"/>
                  </a:schemeClr>
                </a:solidFill>
                <a:latin typeface="Arial" panose="020B0604020202020204" pitchFamily="34" charset="0"/>
                <a:ea typeface="微软雅黑" panose="020B0503020204020204" charset="-122"/>
                <a:sym typeface="Arial" panose="020B0604020202020204" pitchFamily="34" charset="0"/>
              </a:rPr>
              <a:t>01</a:t>
            </a:r>
            <a:endParaRPr lang="en-US" altLang="en-US" sz="14155" b="1" dirty="0">
              <a:solidFill>
                <a:schemeClr val="accent5">
                  <a:lumMod val="75000"/>
                </a:schemeClr>
              </a:solidFill>
              <a:latin typeface="Arial" panose="020B0604020202020204" pitchFamily="34" charset="0"/>
              <a:ea typeface="微软雅黑" panose="020B0503020204020204" charset="-122"/>
              <a:sym typeface="Arial" panose="020B0604020202020204" pitchFamily="34" charset="0"/>
            </a:endParaRPr>
          </a:p>
        </p:txBody>
      </p:sp>
    </p:spTree>
    <p:custDataLst>
      <p:tags r:id="rId5"/>
    </p:custDataLst>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custDataLst>
              <p:tags r:id="rId1"/>
            </p:custDataLst>
          </p:nvPr>
        </p:nvSpPr>
        <p:spPr>
          <a:xfrm>
            <a:off x="457200" y="613410"/>
            <a:ext cx="8229600" cy="5512435"/>
          </a:xfrm>
        </p:spPr>
        <p:txBody>
          <a:bodyPr>
            <a:normAutofit/>
          </a:bodyPr>
          <a:lstStyle/>
          <a:p>
            <a:r>
              <a:rPr sz="2400" b="1" dirty="0" err="1">
                <a:latin typeface="微软雅黑" panose="020B0503020204020204" charset="-122"/>
                <a:cs typeface="微软雅黑" panose="020B0503020204020204" charset="-122"/>
                <a:sym typeface="+mn-ea"/>
              </a:rPr>
              <a:t>并发</a:t>
            </a:r>
            <a:endParaRPr lang="en-US" altLang="zh-CN" sz="2400" b="1" dirty="0" err="1">
              <a:latin typeface="微软雅黑" panose="020B0503020204020204" charset="-122"/>
              <a:cs typeface="微软雅黑" panose="020B0503020204020204" charset="-122"/>
              <a:sym typeface="+mn-ea"/>
            </a:endParaRPr>
          </a:p>
          <a:p>
            <a:pPr marL="0" indent="0">
              <a:buNone/>
            </a:pPr>
            <a:r>
              <a:rPr lang="en-US" altLang="zh-CN" sz="1600" spc="0" dirty="0">
                <a:solidFill>
                  <a:schemeClr val="tx1">
                    <a:lumMod val="65000"/>
                    <a:lumOff val="35000"/>
                  </a:schemeClr>
                </a:solidFill>
                <a:ea typeface="微软雅黑" panose="020B0503020204020204" charset="-122"/>
                <a:sym typeface="+mn-ea"/>
              </a:rPr>
              <a:t>让实际可能串行发生的事情好像同时发生一样</a:t>
            </a:r>
            <a:r>
              <a:rPr sz="1600" spc="0" dirty="0">
                <a:solidFill>
                  <a:schemeClr val="tx1">
                    <a:lumMod val="65000"/>
                    <a:lumOff val="35000"/>
                  </a:schemeClr>
                </a:solidFill>
                <a:ea typeface="微软雅黑" panose="020B0503020204020204" charset="-122"/>
                <a:sym typeface="+mn-ea"/>
              </a:rPr>
              <a:t>，通过</a:t>
            </a:r>
            <a:r>
              <a:rPr lang="en-US" altLang="zh-CN" sz="1600" spc="0" dirty="0">
                <a:solidFill>
                  <a:schemeClr val="tx1">
                    <a:lumMod val="65000"/>
                    <a:lumOff val="35000"/>
                  </a:schemeClr>
                </a:solidFill>
                <a:ea typeface="微软雅黑" panose="020B0503020204020204" charset="-122"/>
                <a:sym typeface="+mn-ea"/>
              </a:rPr>
              <a:t>OS</a:t>
            </a:r>
            <a:r>
              <a:rPr sz="1600" spc="0" dirty="0">
                <a:solidFill>
                  <a:schemeClr val="tx1">
                    <a:lumMod val="65000"/>
                    <a:lumOff val="35000"/>
                  </a:schemeClr>
                </a:solidFill>
                <a:ea typeface="微软雅黑" panose="020B0503020204020204" charset="-122"/>
                <a:sym typeface="+mn-ea"/>
              </a:rPr>
              <a:t>调度实现</a:t>
            </a:r>
            <a:endParaRPr lang="en-US" altLang="zh-CN" sz="1600" spc="0" dirty="0">
              <a:solidFill>
                <a:schemeClr val="tx1">
                  <a:lumMod val="65000"/>
                  <a:lumOff val="35000"/>
                </a:schemeClr>
              </a:solidFill>
              <a:ea typeface="微软雅黑" panose="020B0503020204020204" charset="-122"/>
              <a:sym typeface="+mn-ea"/>
            </a:endParaRPr>
          </a:p>
          <a:p>
            <a:pPr algn="l">
              <a:buClrTx/>
              <a:buSzTx/>
            </a:pPr>
            <a:r>
              <a:rPr sz="2400" b="1" dirty="0" err="1">
                <a:latin typeface="微软雅黑" panose="020B0503020204020204" charset="-122"/>
                <a:ea typeface="微软雅黑" panose="020B0503020204020204" charset="-122"/>
                <a:cs typeface="微软雅黑" panose="020B0503020204020204" charset="-122"/>
                <a:sym typeface="+mn-ea"/>
              </a:rPr>
              <a:t>并行</a:t>
            </a:r>
            <a:endParaRPr sz="2400" b="1" dirty="0" err="1">
              <a:latin typeface="微软雅黑" panose="020B0503020204020204" charset="-122"/>
              <a:ea typeface="微软雅黑" panose="020B0503020204020204" charset="-122"/>
              <a:cs typeface="微软雅黑" panose="020B0503020204020204" charset="-122"/>
              <a:sym typeface="+mn-ea"/>
            </a:endParaRPr>
          </a:p>
          <a:p>
            <a:pPr marL="0" indent="0" algn="l">
              <a:buClrTx/>
              <a:buSzTx/>
              <a:buNone/>
            </a:pPr>
            <a:r>
              <a:rPr lang="en-US" altLang="zh-CN" sz="1600" spc="0">
                <a:solidFill>
                  <a:schemeClr val="tx1">
                    <a:lumMod val="65000"/>
                    <a:lumOff val="35000"/>
                  </a:schemeClr>
                </a:solidFill>
                <a:ea typeface="微软雅黑" panose="020B0503020204020204" charset="-122"/>
                <a:sym typeface="+mn-ea"/>
              </a:rPr>
              <a:t>并发序列同时执行，真正的并行只能在多核系统中存在</a:t>
            </a:r>
            <a:endParaRPr lang="en-US" altLang="zh-CN" sz="1600" spc="0">
              <a:solidFill>
                <a:schemeClr val="tx1">
                  <a:lumMod val="65000"/>
                  <a:lumOff val="35000"/>
                </a:schemeClr>
              </a:solidFill>
              <a:ea typeface="微软雅黑" panose="020B0503020204020204" charset="-122"/>
              <a:sym typeface="+mn-ea"/>
            </a:endParaRPr>
          </a:p>
          <a:p>
            <a:pPr marL="0" indent="0" algn="l">
              <a:buClrTx/>
              <a:buSzTx/>
              <a:buNone/>
            </a:pPr>
            <a:endParaRPr lang="en-US" altLang="zh-CN" sz="1600" spc="0">
              <a:solidFill>
                <a:schemeClr val="tx1">
                  <a:lumMod val="65000"/>
                  <a:lumOff val="35000"/>
                </a:schemeClr>
              </a:solidFill>
              <a:ea typeface="微软雅黑" panose="020B0503020204020204" charset="-122"/>
              <a:sym typeface="+mn-ea"/>
            </a:endParaRPr>
          </a:p>
          <a:p>
            <a:pPr marL="0" indent="0" algn="l">
              <a:lnSpc>
                <a:spcPct val="150000"/>
              </a:lnSpc>
              <a:buClrTx/>
              <a:buSzTx/>
              <a:buNone/>
            </a:pPr>
            <a:r>
              <a:rPr lang="en-US" altLang="zh-CN" sz="1600" spc="0">
                <a:solidFill>
                  <a:schemeClr val="tx1">
                    <a:lumMod val="65000"/>
                    <a:lumOff val="35000"/>
                  </a:schemeClr>
                </a:solidFill>
                <a:ea typeface="微软雅黑" panose="020B0503020204020204" charset="-122"/>
                <a:sym typeface="+mn-ea"/>
              </a:rPr>
              <a:t>并行要求程序能够同时执行多个操作，而并发只要求程序能够假装同时执行多个操作(在单核下，通过os的调度实现并发，多核下会分配到不同的核去处理)</a:t>
            </a:r>
            <a:r>
              <a:rPr sz="1600" spc="0">
                <a:solidFill>
                  <a:schemeClr val="tx1">
                    <a:lumMod val="65000"/>
                    <a:lumOff val="35000"/>
                  </a:schemeClr>
                </a:solidFill>
                <a:ea typeface="微软雅黑" panose="020B0503020204020204" charset="-122"/>
                <a:sym typeface="+mn-ea"/>
              </a:rPr>
              <a:t>，</a:t>
            </a:r>
            <a:r>
              <a:rPr sz="1600" b="1" spc="0">
                <a:solidFill>
                  <a:srgbClr val="FF0000"/>
                </a:solidFill>
                <a:ea typeface="微软雅黑" panose="020B0503020204020204" charset="-122"/>
                <a:sym typeface="+mn-ea"/>
              </a:rPr>
              <a:t>支持并发的系统必须提供基本的核心功能:线程与同步原语，同步元语包括:互斥，条件变量，原子操作</a:t>
            </a:r>
            <a:endParaRPr sz="1600" spc="0">
              <a:solidFill>
                <a:srgbClr val="FF0000"/>
              </a:solidFill>
              <a:ea typeface="微软雅黑" panose="020B0503020204020204" charset="-122"/>
              <a:sym typeface="+mn-ea"/>
            </a:endParaRPr>
          </a:p>
          <a:p>
            <a:pPr marL="0" indent="0" algn="l">
              <a:buClrTx/>
              <a:buSzTx/>
              <a:buNone/>
            </a:pPr>
            <a:endParaRPr sz="1600" spc="0">
              <a:solidFill>
                <a:srgbClr val="FF0000"/>
              </a:solidFill>
              <a:ea typeface="微软雅黑" panose="020B0503020204020204" charset="-122"/>
              <a:sym typeface="+mn-ea"/>
            </a:endParaRPr>
          </a:p>
          <a:p>
            <a:pPr marL="0" indent="0" algn="l">
              <a:lnSpc>
                <a:spcPct val="150000"/>
              </a:lnSpc>
              <a:buClrTx/>
              <a:buSzTx/>
              <a:buNone/>
            </a:pPr>
            <a:r>
              <a:rPr sz="1600" b="1" spc="0">
                <a:solidFill>
                  <a:srgbClr val="FF0000"/>
                </a:solidFill>
                <a:ea typeface="微软雅黑" panose="020B0503020204020204" charset="-122"/>
                <a:sym typeface="+mn-ea"/>
              </a:rPr>
              <a:t>那么多线程编程</a:t>
            </a:r>
            <a:r>
              <a:rPr lang="en-US" altLang="zh-CN" sz="1600" b="1" spc="0">
                <a:solidFill>
                  <a:srgbClr val="FF0000"/>
                </a:solidFill>
                <a:ea typeface="微软雅黑" panose="020B0503020204020204" charset="-122"/>
                <a:sym typeface="+mn-ea"/>
              </a:rPr>
              <a:t>(</a:t>
            </a:r>
            <a:r>
              <a:rPr sz="1600" b="1" spc="0">
                <a:solidFill>
                  <a:srgbClr val="FF0000"/>
                </a:solidFill>
                <a:ea typeface="微软雅黑" panose="020B0503020204020204" charset="-122"/>
                <a:sym typeface="+mn-ea"/>
              </a:rPr>
              <a:t>并发编程</a:t>
            </a:r>
            <a:r>
              <a:rPr lang="en-US" altLang="zh-CN" sz="1600" b="1" spc="0">
                <a:solidFill>
                  <a:srgbClr val="FF0000"/>
                </a:solidFill>
                <a:ea typeface="微软雅黑" panose="020B0503020204020204" charset="-122"/>
                <a:sym typeface="+mn-ea"/>
              </a:rPr>
              <a:t>)</a:t>
            </a:r>
            <a:r>
              <a:rPr sz="1600" b="1" spc="0">
                <a:solidFill>
                  <a:srgbClr val="FF0000"/>
                </a:solidFill>
                <a:ea typeface="微软雅黑" panose="020B0503020204020204" charset="-122"/>
                <a:sym typeface="+mn-ea"/>
              </a:rPr>
              <a:t>就是通过线程，互斥，条件变量，原子操作等同步原语来保证共享数据的安全从而通过线程间的协作来提高程序效率及性能一种程序设计方法。</a:t>
            </a:r>
            <a:endParaRPr sz="1600" b="1" spc="0">
              <a:solidFill>
                <a:srgbClr val="FF0000"/>
              </a:solidFill>
              <a:ea typeface="微软雅黑" panose="020B0503020204020204" charset="-122"/>
              <a:sym typeface="+mn-ea"/>
            </a:endParaRPr>
          </a:p>
        </p:txBody>
      </p:sp>
    </p:spTree>
    <p:custDataLst>
      <p:tags r:id="rId2"/>
    </p:custDataLst>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457200" y="274638"/>
            <a:ext cx="8229600" cy="1066130"/>
          </a:xfrm>
        </p:spPr>
        <p:txBody>
          <a:bodyPr/>
          <a:lstStyle/>
          <a:p>
            <a:r>
              <a:rPr lang="zh-CN" altLang="en-US" sz="2700" spc="150" dirty="0" err="1">
                <a:latin typeface="微软雅黑" panose="020B0503020204020204" charset="-122"/>
                <a:cs typeface="微软雅黑" panose="020B0503020204020204" charset="-122"/>
              </a:rPr>
              <a:t>多线编程的三个层次</a:t>
            </a:r>
            <a:endParaRPr lang="zh-CN" altLang="en-US" sz="2700" spc="150" dirty="0" err="1">
              <a:latin typeface="微软雅黑" panose="020B0503020204020204" charset="-122"/>
              <a:cs typeface="微软雅黑" panose="020B0503020204020204" charset="-122"/>
            </a:endParaRPr>
          </a:p>
        </p:txBody>
      </p:sp>
      <p:sp>
        <p:nvSpPr>
          <p:cNvPr id="3" name="内容占位符 2"/>
          <p:cNvSpPr>
            <a:spLocks noGrp="1"/>
          </p:cNvSpPr>
          <p:nvPr>
            <p:ph idx="1"/>
            <p:custDataLst>
              <p:tags r:id="rId2"/>
            </p:custDataLst>
          </p:nvPr>
        </p:nvSpPr>
        <p:spPr>
          <a:xfrm>
            <a:off x="323528" y="1473483"/>
            <a:ext cx="8363272" cy="4824536"/>
          </a:xfrm>
        </p:spPr>
        <p:txBody>
          <a:bodyPr/>
          <a:lstStyle/>
          <a:p>
            <a:pPr marL="342900" indent="-342900">
              <a:lnSpc>
                <a:spcPct val="150000"/>
              </a:lnSpc>
              <a:buAutoNum type="arabicPeriod"/>
            </a:pPr>
            <a:r>
              <a:rPr sz="1600" spc="0" dirty="0">
                <a:solidFill>
                  <a:schemeClr val="tx1">
                    <a:lumMod val="65000"/>
                    <a:lumOff val="35000"/>
                  </a:schemeClr>
                </a:solidFill>
              </a:rPr>
              <a:t>理解并发编程同步原语的语义及使用场景，比如互斥锁，条件变量，原子操作的语义及使用场景。以及并发编程基本组件的使用场景，比如消费者生产者队列，异步消息，线程池等。</a:t>
            </a:r>
            <a:endParaRPr sz="1600" spc="0" dirty="0">
              <a:solidFill>
                <a:schemeClr val="tx1">
                  <a:lumMod val="65000"/>
                  <a:lumOff val="35000"/>
                </a:schemeClr>
              </a:solidFill>
            </a:endParaRPr>
          </a:p>
          <a:p>
            <a:pPr marL="342900" indent="-342900">
              <a:lnSpc>
                <a:spcPct val="150000"/>
              </a:lnSpc>
              <a:buAutoNum type="arabicPeriod"/>
            </a:pPr>
            <a:r>
              <a:rPr sz="1600" spc="0" dirty="0">
                <a:solidFill>
                  <a:schemeClr val="tx1">
                    <a:lumMod val="65000"/>
                    <a:lumOff val="35000"/>
                  </a:schemeClr>
                </a:solidFill>
              </a:rPr>
              <a:t>同步原语的语义在不同操作系统中是相同的，但是所提供支持的 API肯定是不同的。掌握操作系统中这些API的用法和掌握如何通过这些API去实现并发编程的基本组件。</a:t>
            </a:r>
            <a:endParaRPr sz="1600" spc="0" dirty="0">
              <a:solidFill>
                <a:schemeClr val="tx1">
                  <a:lumMod val="65000"/>
                  <a:lumOff val="35000"/>
                </a:schemeClr>
              </a:solidFill>
            </a:endParaRPr>
          </a:p>
          <a:p>
            <a:pPr marL="342900" indent="-342900">
              <a:lnSpc>
                <a:spcPct val="150000"/>
              </a:lnSpc>
              <a:buAutoNum type="arabicPeriod"/>
            </a:pPr>
            <a:r>
              <a:rPr sz="1600" spc="0" dirty="0">
                <a:solidFill>
                  <a:schemeClr val="tx1">
                    <a:lumMod val="65000"/>
                    <a:lumOff val="35000"/>
                  </a:schemeClr>
                </a:solidFill>
              </a:rPr>
              <a:t>掌握多线程程序的设计思路</a:t>
            </a:r>
            <a:r>
              <a:rPr sz="1600" spc="0" dirty="0">
                <a:solidFill>
                  <a:schemeClr val="tx1">
                    <a:lumMod val="65000"/>
                    <a:lumOff val="35000"/>
                  </a:schemeClr>
                </a:solidFill>
              </a:rPr>
              <a:t>，程序的哪些功能可以使用线程，线程间如何同步，如何交互。这个层面属于设计思想的范畴，是综合运用。</a:t>
            </a:r>
            <a:endParaRPr sz="1600" spc="0" dirty="0">
              <a:solidFill>
                <a:schemeClr val="tx1">
                  <a:lumMod val="65000"/>
                  <a:lumOff val="35000"/>
                </a:schemeClr>
              </a:solidFill>
            </a:endParaRPr>
          </a:p>
        </p:txBody>
      </p:sp>
    </p:spTree>
    <p:custDataLst>
      <p:tags r:id="rId3"/>
    </p:custDataLst>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a:noAutofit/>
          </a:bodyPr>
          <a:lstStyle/>
          <a:p>
            <a:r>
              <a:rPr lang="en-US" altLang="zh-CN" sz="2700" dirty="0" err="1" smtClean="0">
                <a:latin typeface="微软雅黑" panose="020B0503020204020204" charset="-122"/>
                <a:cs typeface="微软雅黑" panose="020B0503020204020204" charset="-122"/>
              </a:rPr>
              <a:t>线</a:t>
            </a:r>
            <a:r>
              <a:rPr sz="2700" dirty="0" err="1" smtClean="0">
                <a:latin typeface="微软雅黑" panose="020B0503020204020204" charset="-122"/>
                <a:cs typeface="微软雅黑" panose="020B0503020204020204" charset="-122"/>
              </a:rPr>
              <a:t>程库</a:t>
            </a:r>
            <a:endParaRPr sz="2700" dirty="0" err="1" smtClean="0">
              <a:latin typeface="微软雅黑" panose="020B0503020204020204" charset="-122"/>
              <a:cs typeface="微软雅黑" panose="020B0503020204020204" charset="-122"/>
            </a:endParaRPr>
          </a:p>
        </p:txBody>
      </p:sp>
      <p:sp>
        <p:nvSpPr>
          <p:cNvPr id="3" name="内容占位符 2"/>
          <p:cNvSpPr>
            <a:spLocks noGrp="1"/>
          </p:cNvSpPr>
          <p:nvPr>
            <p:ph idx="1"/>
            <p:custDataLst>
              <p:tags r:id="rId2"/>
            </p:custDataLst>
          </p:nvPr>
        </p:nvSpPr>
        <p:spPr>
          <a:xfrm>
            <a:off x="410845" y="1184910"/>
            <a:ext cx="8512175" cy="5396230"/>
          </a:xfrm>
        </p:spPr>
        <p:txBody>
          <a:bodyPr/>
          <a:lstStyle/>
          <a:p>
            <a:pPr marL="0" indent="0">
              <a:lnSpc>
                <a:spcPct val="150000"/>
              </a:lnSpc>
              <a:buNone/>
            </a:pPr>
            <a:r>
              <a:rPr sz="1600" spc="0">
                <a:solidFill>
                  <a:schemeClr val="tx1">
                    <a:lumMod val="65000"/>
                    <a:lumOff val="35000"/>
                  </a:schemeClr>
                </a:solidFill>
              </a:rPr>
              <a:t>操作系统提供了很多系统级别的API支持多线程编程，但是这样的API众多，</a:t>
            </a:r>
            <a:endParaRPr sz="1600" spc="0">
              <a:solidFill>
                <a:schemeClr val="tx1">
                  <a:lumMod val="65000"/>
                  <a:lumOff val="35000"/>
                </a:schemeClr>
              </a:solidFill>
            </a:endParaRPr>
          </a:p>
          <a:p>
            <a:pPr>
              <a:lnSpc>
                <a:spcPct val="150000"/>
              </a:lnSpc>
            </a:pPr>
            <a:r>
              <a:rPr sz="1600" spc="0">
                <a:solidFill>
                  <a:schemeClr val="tx1">
                    <a:lumMod val="65000"/>
                    <a:lumOff val="35000"/>
                  </a:schemeClr>
                </a:solidFill>
              </a:rPr>
              <a:t>windows下提供的创建线程的API有_beginthread,CreateThread, 互斥的API包括WaitForSingleObject,WaitForMultipleObjects,临界区API等</a:t>
            </a:r>
            <a:endParaRPr sz="1600" spc="0">
              <a:solidFill>
                <a:schemeClr val="tx1">
                  <a:lumMod val="65000"/>
                  <a:lumOff val="35000"/>
                </a:schemeClr>
              </a:solidFill>
            </a:endParaRPr>
          </a:p>
          <a:p>
            <a:pPr>
              <a:lnSpc>
                <a:spcPct val="150000"/>
              </a:lnSpc>
            </a:pPr>
            <a:r>
              <a:rPr sz="1600" spc="0">
                <a:solidFill>
                  <a:schemeClr val="tx1">
                    <a:lumMod val="65000"/>
                    <a:lumOff val="35000"/>
                  </a:schemeClr>
                </a:solidFill>
              </a:rPr>
              <a:t>linux下posix pthreads又是一套与windows平台完全不同的API体系。</a:t>
            </a:r>
            <a:endParaRPr sz="1600" spc="0">
              <a:solidFill>
                <a:schemeClr val="tx1">
                  <a:lumMod val="65000"/>
                  <a:lumOff val="35000"/>
                </a:schemeClr>
              </a:solidFill>
            </a:endParaRPr>
          </a:p>
          <a:p>
            <a:pPr marL="0" indent="0">
              <a:lnSpc>
                <a:spcPct val="150000"/>
              </a:lnSpc>
              <a:buNone/>
            </a:pPr>
            <a:r>
              <a:rPr sz="1600" b="1" spc="0">
                <a:solidFill>
                  <a:srgbClr val="FF0000"/>
                </a:solidFill>
              </a:rPr>
              <a:t>但是不同系统中的并发编程的基本要素的语义都是相同的，只是API的不同。所以为了简化跨平台的差异性，就出现了很多对API进行封装的线程库。</a:t>
            </a:r>
            <a:endParaRPr sz="1600" b="1" spc="0">
              <a:solidFill>
                <a:srgbClr val="FF0000"/>
              </a:solidFill>
            </a:endParaRPr>
          </a:p>
          <a:p>
            <a:pPr marL="0" indent="0">
              <a:lnSpc>
                <a:spcPct val="150000"/>
              </a:lnSpc>
              <a:buNone/>
            </a:pPr>
            <a:r>
              <a:rPr sz="1600" b="1" spc="0">
                <a:solidFill>
                  <a:srgbClr val="FF0000"/>
                </a:solidFill>
              </a:rPr>
              <a:t>在C++11之前STL中并没有线程库，往往使用的是第三方库。那么从C++ 11开始，STL中就已经提供了线程库，有了线程，互斥量，条件变量，原子操作的封装。有了thread库后，并不需要直接与os的API打交道，而陷入API使用的细枝末节。</a:t>
            </a:r>
            <a:endParaRPr sz="1600" b="1" spc="0">
              <a:solidFill>
                <a:srgbClr val="FF0000"/>
              </a:solidFill>
            </a:endParaRPr>
          </a:p>
          <a:p>
            <a:pPr marL="0" indent="0">
              <a:lnSpc>
                <a:spcPct val="150000"/>
              </a:lnSpc>
              <a:buNone/>
            </a:pPr>
            <a:endParaRPr sz="1600" b="1" spc="0">
              <a:solidFill>
                <a:srgbClr val="FF0000"/>
              </a:solidFill>
            </a:endParaRPr>
          </a:p>
          <a:p>
            <a:pPr marL="0" indent="0">
              <a:lnSpc>
                <a:spcPct val="150000"/>
              </a:lnSpc>
              <a:buNone/>
            </a:pPr>
            <a:r>
              <a:rPr sz="1600" b="1" spc="0">
                <a:solidFill>
                  <a:srgbClr val="FF0000"/>
                </a:solidFill>
              </a:rPr>
              <a:t>C++11中既然有了thread库，那么我们应该学会使用它，而不再去直接API或是使用第三方库</a:t>
            </a:r>
            <a:endParaRPr sz="1600" b="1" spc="0">
              <a:solidFill>
                <a:srgbClr val="FF0000"/>
              </a:solidFill>
            </a:endParaRPr>
          </a:p>
        </p:txBody>
      </p:sp>
      <mc:AlternateContent xmlns:mc="http://schemas.openxmlformats.org/markup-compatibility/2006" xmlns:p14="http://schemas.microsoft.com/office/powerpoint/2010/main">
        <mc:Choice Requires="p14">
          <p:contentPart r:id="rId3" p14:bwMode="auto">
            <p14:nvContentPartPr>
              <p14:cNvPr id="8" name="墨迹 7"/>
              <p14:cNvContentPartPr/>
              <p14:nvPr/>
            </p14:nvContentPartPr>
            <p14:xfrm>
              <a:off x="2838450" y="3378200"/>
              <a:ext cx="2724150" cy="82550"/>
            </p14:xfrm>
          </p:contentPart>
        </mc:Choice>
        <mc:Fallback xmlns="">
          <p:pic>
            <p:nvPicPr>
              <p:cNvPr id="8" name="墨迹 7"/>
            </p:nvPicPr>
            <p:blipFill>
              <a:blip r:embed="rId4"/>
            </p:blipFill>
            <p:spPr>
              <a:xfrm>
                <a:off x="2838450" y="3378200"/>
                <a:ext cx="2724150" cy="82550"/>
              </a:xfrm>
              <a:prstGeom prst="rect"/>
            </p:spPr>
          </p:pic>
        </mc:Fallback>
      </mc:AlternateContent>
      <mc:AlternateContent xmlns:mc="http://schemas.openxmlformats.org/markup-compatibility/2006" xmlns:p14="http://schemas.microsoft.com/office/powerpoint/2010/main">
        <mc:Choice Requires="p14">
          <p:contentPart r:id="rId5" p14:bwMode="auto">
            <p14:nvContentPartPr>
              <p14:cNvPr id="26" name="墨迹 25"/>
              <p14:cNvContentPartPr/>
              <p14:nvPr/>
            </p14:nvContentPartPr>
            <p14:xfrm>
              <a:off x="4832350" y="4622800"/>
              <a:ext cx="12700" cy="360"/>
            </p14:xfrm>
          </p:contentPart>
        </mc:Choice>
        <mc:Fallback xmlns="">
          <p:pic>
            <p:nvPicPr>
              <p:cNvPr id="26" name="墨迹 25"/>
            </p:nvPicPr>
            <p:blipFill>
              <a:blip r:embed="rId6"/>
            </p:blipFill>
            <p:spPr>
              <a:xfrm>
                <a:off x="4832350" y="4622800"/>
                <a:ext cx="12700" cy="360"/>
              </a:xfrm>
              <a:prstGeom prst="rect"/>
            </p:spPr>
          </p:pic>
        </mc:Fallback>
      </mc:AlternateContent>
    </p:spTree>
    <p:custDataLst>
      <p:tags r:id="rId7"/>
    </p:custDataLst>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animEffect transition="in" filter="wipe(down)">
                                      <p:cBhvr>
                                        <p:cTn id="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Text Box 3"/>
          <p:cNvSpPr>
            <a:spLocks noChangeArrowheads="1"/>
          </p:cNvSpPr>
          <p:nvPr>
            <p:custDataLst>
              <p:tags r:id="rId1"/>
            </p:custDataLst>
          </p:nvPr>
        </p:nvSpPr>
        <p:spPr bwMode="auto">
          <a:xfrm>
            <a:off x="3493581" y="3162185"/>
            <a:ext cx="1991360" cy="748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none" anchor="ctr">
            <a:spAutoFit/>
          </a:bodyPr>
          <a:lstStyle/>
          <a:p>
            <a:pPr algn="r"/>
            <a:r>
              <a:rPr lang="en-US" altLang="zh-CN" sz="4270" b="1" dirty="0">
                <a:solidFill>
                  <a:schemeClr val="accent5">
                    <a:lumMod val="75000"/>
                  </a:schemeClr>
                </a:solidFill>
                <a:latin typeface="Arial" panose="020B0604020202020204" pitchFamily="34" charset="0"/>
                <a:ea typeface="微软雅黑" panose="020B0503020204020204" charset="-122"/>
                <a:sym typeface="+mn-ea"/>
              </a:rPr>
              <a:t>Thread</a:t>
            </a:r>
            <a:endParaRPr lang="en-US" altLang="zh-CN" sz="4270" b="1" dirty="0">
              <a:solidFill>
                <a:schemeClr val="accent5">
                  <a:lumMod val="75000"/>
                </a:schemeClr>
              </a:solidFill>
              <a:latin typeface="Arial" panose="020B0604020202020204" pitchFamily="34" charset="0"/>
              <a:ea typeface="微软雅黑" panose="020B0503020204020204" charset="-122"/>
              <a:sym typeface="+mn-ea"/>
            </a:endParaRPr>
          </a:p>
        </p:txBody>
      </p:sp>
      <p:sp>
        <p:nvSpPr>
          <p:cNvPr id="5124" name="淘宝网chenying0907出品 10"/>
          <p:cNvSpPr>
            <a:spLocks noChangeArrowheads="1"/>
          </p:cNvSpPr>
          <p:nvPr>
            <p:custDataLst>
              <p:tags r:id="rId2"/>
            </p:custDataLst>
          </p:nvPr>
        </p:nvSpPr>
        <p:spPr bwMode="auto">
          <a:xfrm>
            <a:off x="4094291" y="2649895"/>
            <a:ext cx="132588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r"/>
            <a:r>
              <a:rPr lang="zh-CN" altLang="en-US" dirty="0">
                <a:solidFill>
                  <a:schemeClr val="accent1"/>
                </a:solidFill>
                <a:latin typeface="Arial" panose="020B0604020202020204" pitchFamily="34" charset="0"/>
                <a:ea typeface="微软雅黑" panose="020B0503020204020204" charset="-122"/>
                <a:sym typeface="Arial" panose="020B0604020202020204" pitchFamily="34" charset="0"/>
              </a:rPr>
              <a:t>多线程编程</a:t>
            </a:r>
            <a:endParaRPr lang="zh-CN" altLang="en-US" dirty="0">
              <a:solidFill>
                <a:schemeClr val="accent1"/>
              </a:solidFill>
              <a:latin typeface="Arial" panose="020B0604020202020204" pitchFamily="34" charset="0"/>
              <a:ea typeface="微软雅黑" panose="020B0503020204020204" charset="-122"/>
              <a:sym typeface="Arial" panose="020B0604020202020204" pitchFamily="34" charset="0"/>
            </a:endParaRPr>
          </a:p>
        </p:txBody>
      </p:sp>
      <p:sp>
        <p:nvSpPr>
          <p:cNvPr id="5125" name="淘宝网chenying0907出品 11"/>
          <p:cNvSpPr>
            <a:spLocks noChangeShapeType="1"/>
          </p:cNvSpPr>
          <p:nvPr>
            <p:custDataLst>
              <p:tags r:id="rId3"/>
            </p:custDataLst>
          </p:nvPr>
        </p:nvSpPr>
        <p:spPr bwMode="auto">
          <a:xfrm>
            <a:off x="1505825" y="2960613"/>
            <a:ext cx="3914345" cy="1191"/>
          </a:xfrm>
          <a:prstGeom prst="line">
            <a:avLst/>
          </a:prstGeom>
          <a:noFill/>
          <a:ln w="6350" cap="flat" cmpd="sng">
            <a:solidFill>
              <a:schemeClr val="accent1"/>
            </a:solidFill>
            <a:bevel/>
          </a:ln>
          <a:extLst>
            <a:ext uri="{909E8E84-426E-40DD-AFC4-6F175D3DCCD1}">
              <a14:hiddenFill xmlns:a14="http://schemas.microsoft.com/office/drawing/2010/main">
                <a:noFill/>
              </a14:hiddenFill>
            </a:ext>
          </a:extLst>
        </p:spPr>
        <p:txBody>
          <a:bodyPr/>
          <a:lstStyle/>
          <a:p>
            <a:endParaRPr lang="zh-CN" altLang="en-US" sz="1420">
              <a:solidFill>
                <a:schemeClr val="accent1"/>
              </a:solidFill>
              <a:latin typeface="Arial" panose="020B0604020202020204" pitchFamily="34" charset="0"/>
              <a:ea typeface="微软雅黑" panose="020B0503020204020204" charset="-122"/>
              <a:sym typeface="Arial" panose="020B0604020202020204" pitchFamily="34" charset="0"/>
            </a:endParaRPr>
          </a:p>
        </p:txBody>
      </p:sp>
      <p:sp>
        <p:nvSpPr>
          <p:cNvPr id="4" name="淘宝网chenying0907出品 11"/>
          <p:cNvSpPr>
            <a:spLocks noChangeShapeType="1"/>
          </p:cNvSpPr>
          <p:nvPr>
            <p:custDataLst>
              <p:tags r:id="rId4"/>
            </p:custDataLst>
          </p:nvPr>
        </p:nvSpPr>
        <p:spPr bwMode="auto">
          <a:xfrm>
            <a:off x="1501380" y="2960613"/>
            <a:ext cx="3914345" cy="1191"/>
          </a:xfrm>
          <a:prstGeom prst="line">
            <a:avLst/>
          </a:prstGeom>
          <a:noFill/>
          <a:ln w="6350" cap="flat" cmpd="sng">
            <a:solidFill>
              <a:schemeClr val="accent1"/>
            </a:solidFill>
            <a:bevel/>
          </a:ln>
          <a:extLst>
            <a:ext uri="{909E8E84-426E-40DD-AFC4-6F175D3DCCD1}">
              <a14:hiddenFill xmlns:a14="http://schemas.microsoft.com/office/drawing/2010/main">
                <a:noFill/>
              </a14:hiddenFill>
            </a:ext>
          </a:extLst>
        </p:spPr>
        <p:txBody>
          <a:bodyPr/>
          <a:lstStyle/>
          <a:p>
            <a:endParaRPr lang="zh-CN" altLang="en-US" sz="1420">
              <a:solidFill>
                <a:schemeClr val="accent1"/>
              </a:solidFill>
              <a:latin typeface="Arial" panose="020B0604020202020204" pitchFamily="34" charset="0"/>
              <a:ea typeface="微软雅黑" panose="020B0503020204020204" charset="-122"/>
              <a:sym typeface="Arial" panose="020B0604020202020204" pitchFamily="34" charset="0"/>
            </a:endParaRPr>
          </a:p>
        </p:txBody>
      </p:sp>
      <p:sp>
        <p:nvSpPr>
          <p:cNvPr id="5" name="Text Box 3"/>
          <p:cNvSpPr>
            <a:spLocks noChangeArrowheads="1"/>
          </p:cNvSpPr>
          <p:nvPr>
            <p:custDataLst>
              <p:tags r:id="rId5"/>
            </p:custDataLst>
          </p:nvPr>
        </p:nvSpPr>
        <p:spPr bwMode="auto">
          <a:xfrm>
            <a:off x="5540630" y="2294165"/>
            <a:ext cx="2183130" cy="227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none" anchor="ctr">
            <a:spAutoFit/>
          </a:bodyPr>
          <a:lstStyle/>
          <a:p>
            <a:r>
              <a:rPr lang="en-US" sz="14155" dirty="0">
                <a:solidFill>
                  <a:schemeClr val="accent5">
                    <a:lumMod val="75000"/>
                  </a:schemeClr>
                </a:solidFill>
                <a:latin typeface="Arial" panose="020B0604020202020204" pitchFamily="34" charset="0"/>
                <a:ea typeface="微软雅黑" panose="020B0503020204020204" charset="-122"/>
                <a:sym typeface="Arial" panose="020B0604020202020204" pitchFamily="34" charset="0"/>
              </a:rPr>
              <a:t>02</a:t>
            </a:r>
            <a:endParaRPr lang="en-US" altLang="en-US" sz="14155" b="1" dirty="0">
              <a:solidFill>
                <a:schemeClr val="accent5">
                  <a:lumMod val="75000"/>
                </a:schemeClr>
              </a:solidFill>
              <a:latin typeface="Arial" panose="020B0604020202020204" pitchFamily="34" charset="0"/>
              <a:ea typeface="微软雅黑" panose="020B0503020204020204" charset="-122"/>
              <a:sym typeface="Arial" panose="020B0604020202020204" pitchFamily="34" charset="0"/>
            </a:endParaRPr>
          </a:p>
        </p:txBody>
      </p:sp>
    </p:spTree>
    <p:custDataLst>
      <p:tags r:id="rId6"/>
    </p:custDataLst>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custDataLst>
              <p:tags r:id="rId1"/>
            </p:custDataLst>
          </p:nvPr>
        </p:nvSpPr>
        <p:spPr>
          <a:xfrm>
            <a:off x="457200" y="1144270"/>
            <a:ext cx="8122285" cy="5180965"/>
          </a:xfrm>
        </p:spPr>
        <p:txBody>
          <a:bodyPr>
            <a:normAutofit/>
          </a:bodyPr>
          <a:lstStyle/>
          <a:p>
            <a:pPr marL="0" indent="0">
              <a:buNone/>
            </a:pPr>
            <a:r>
              <a:rPr lang="en-US" altLang="zh-CN" sz="1600" spc="0" dirty="0">
                <a:solidFill>
                  <a:schemeClr val="tx1">
                    <a:lumMod val="65000"/>
                    <a:lumOff val="35000"/>
                  </a:schemeClr>
                </a:solidFill>
                <a:sym typeface="+mn-ea"/>
              </a:rPr>
              <a:t>C++11</a:t>
            </a:r>
            <a:r>
              <a:rPr sz="1600" spc="0" dirty="0">
                <a:solidFill>
                  <a:schemeClr val="tx1">
                    <a:lumMod val="65000"/>
                    <a:lumOff val="35000"/>
                  </a:schemeClr>
                </a:solidFill>
                <a:sym typeface="+mn-ea"/>
              </a:rPr>
              <a:t>中创建一个线程，变得很简单</a:t>
            </a:r>
            <a:endParaRPr sz="1600" spc="0" dirty="0">
              <a:solidFill>
                <a:schemeClr val="tx1">
                  <a:lumMod val="65000"/>
                  <a:lumOff val="35000"/>
                </a:schemeClr>
              </a:solidFill>
              <a:sym typeface="+mn-ea"/>
            </a:endParaRPr>
          </a:p>
          <a:p>
            <a:pPr marL="0" indent="0">
              <a:buNone/>
            </a:pPr>
            <a:endParaRPr sz="1600" spc="0" dirty="0">
              <a:solidFill>
                <a:schemeClr val="tx1">
                  <a:lumMod val="65000"/>
                  <a:lumOff val="35000"/>
                </a:schemeClr>
              </a:solidFill>
              <a:sym typeface="+mn-ea"/>
            </a:endParaRPr>
          </a:p>
          <a:p>
            <a:pPr marL="457200" lvl="1" indent="0">
              <a:lnSpc>
                <a:spcPct val="50000"/>
              </a:lnSpc>
              <a:buNone/>
            </a:pPr>
            <a:r>
              <a:rPr sz="1400" b="1" spc="0" dirty="0">
                <a:solidFill>
                  <a:srgbClr val="FF0000"/>
                </a:solidFill>
                <a:ea typeface="微软雅黑" panose="020B0503020204020204" charset="-122"/>
                <a:sym typeface="+mn-ea"/>
              </a:rPr>
              <a:t>#include &lt;thread&gt;</a:t>
            </a:r>
            <a:endParaRPr sz="1400" b="1" spc="0" dirty="0">
              <a:solidFill>
                <a:srgbClr val="FF0000"/>
              </a:solidFill>
              <a:ea typeface="微软雅黑" panose="020B0503020204020204" charset="-122"/>
              <a:sym typeface="+mn-ea"/>
            </a:endParaRPr>
          </a:p>
          <a:p>
            <a:pPr marL="457200" lvl="1" indent="0">
              <a:lnSpc>
                <a:spcPct val="50000"/>
              </a:lnSpc>
              <a:buNone/>
            </a:pPr>
            <a:r>
              <a:rPr sz="1400" b="1" spc="0" dirty="0">
                <a:solidFill>
                  <a:srgbClr val="FF0000"/>
                </a:solidFill>
                <a:ea typeface="微软雅黑" panose="020B0503020204020204" charset="-122"/>
                <a:sym typeface="+mn-ea"/>
              </a:rPr>
              <a:t>#include &lt;iostream&gt;</a:t>
            </a:r>
            <a:endParaRPr sz="1400" b="1" spc="0" dirty="0">
              <a:solidFill>
                <a:srgbClr val="FF0000"/>
              </a:solidFill>
              <a:ea typeface="微软雅黑" panose="020B0503020204020204" charset="-122"/>
              <a:sym typeface="+mn-ea"/>
            </a:endParaRPr>
          </a:p>
          <a:p>
            <a:pPr marL="457200" lvl="1" indent="0">
              <a:lnSpc>
                <a:spcPct val="50000"/>
              </a:lnSpc>
              <a:buNone/>
            </a:pPr>
            <a:r>
              <a:rPr sz="1400" b="1" spc="0" dirty="0">
                <a:solidFill>
                  <a:srgbClr val="FF0000"/>
                </a:solidFill>
                <a:ea typeface="微软雅黑" panose="020B0503020204020204" charset="-122"/>
                <a:sym typeface="+mn-ea"/>
              </a:rPr>
              <a:t>int main()</a:t>
            </a:r>
            <a:endParaRPr sz="1400" b="1" spc="0" dirty="0">
              <a:solidFill>
                <a:srgbClr val="FF0000"/>
              </a:solidFill>
              <a:ea typeface="微软雅黑" panose="020B0503020204020204" charset="-122"/>
              <a:sym typeface="+mn-ea"/>
            </a:endParaRPr>
          </a:p>
          <a:p>
            <a:pPr marL="457200" lvl="1" indent="0">
              <a:lnSpc>
                <a:spcPct val="50000"/>
              </a:lnSpc>
              <a:buNone/>
            </a:pPr>
            <a:r>
              <a:rPr sz="1400" b="1" spc="0" dirty="0">
                <a:solidFill>
                  <a:srgbClr val="FF0000"/>
                </a:solidFill>
                <a:ea typeface="微软雅黑" panose="020B0503020204020204" charset="-122"/>
                <a:sym typeface="+mn-ea"/>
              </a:rPr>
              <a:t>{</a:t>
            </a:r>
            <a:endParaRPr sz="1400" b="1" spc="0" dirty="0">
              <a:solidFill>
                <a:srgbClr val="FF0000"/>
              </a:solidFill>
              <a:ea typeface="微软雅黑" panose="020B0503020204020204" charset="-122"/>
              <a:sym typeface="+mn-ea"/>
            </a:endParaRPr>
          </a:p>
          <a:p>
            <a:pPr marL="457200" lvl="1" indent="0">
              <a:lnSpc>
                <a:spcPct val="50000"/>
              </a:lnSpc>
              <a:buNone/>
            </a:pPr>
            <a:r>
              <a:rPr sz="1400" b="1" spc="0" dirty="0">
                <a:solidFill>
                  <a:srgbClr val="FF0000"/>
                </a:solidFill>
                <a:ea typeface="微软雅黑" panose="020B0503020204020204" charset="-122"/>
                <a:sym typeface="+mn-ea"/>
              </a:rPr>
              <a:t>    std::thead t(</a:t>
            </a:r>
            <a:r>
              <a:rPr lang="en-US" altLang="zh-CN" sz="1400" b="1" spc="0" dirty="0">
                <a:solidFill>
                  <a:srgbClr val="FF0000"/>
                </a:solidFill>
                <a:ea typeface="微软雅黑" panose="020B0503020204020204" charset="-122"/>
                <a:sym typeface="+mn-ea"/>
              </a:rPr>
              <a:t>[]{</a:t>
            </a:r>
            <a:r>
              <a:rPr sz="1400" b="1" spc="0">
                <a:solidFill>
                  <a:srgbClr val="FF0000"/>
                </a:solidFill>
                <a:sym typeface="+mn-ea"/>
              </a:rPr>
              <a:t>std::cout&lt;&lt;"func()"&lt;&lt;std::endl;</a:t>
            </a:r>
            <a:r>
              <a:rPr lang="en-US" altLang="zh-CN" sz="1400" b="1" spc="0" dirty="0">
                <a:solidFill>
                  <a:srgbClr val="FF0000"/>
                </a:solidFill>
                <a:ea typeface="微软雅黑" panose="020B0503020204020204" charset="-122"/>
                <a:sym typeface="+mn-ea"/>
              </a:rPr>
              <a:t>}</a:t>
            </a:r>
            <a:r>
              <a:rPr sz="1400" b="1" spc="0" dirty="0">
                <a:solidFill>
                  <a:srgbClr val="FF0000"/>
                </a:solidFill>
                <a:ea typeface="微软雅黑" panose="020B0503020204020204" charset="-122"/>
                <a:sym typeface="+mn-ea"/>
              </a:rPr>
              <a:t>);</a:t>
            </a:r>
            <a:endParaRPr sz="1400" b="1" spc="0" dirty="0">
              <a:solidFill>
                <a:srgbClr val="FF0000"/>
              </a:solidFill>
              <a:ea typeface="微软雅黑" panose="020B0503020204020204" charset="-122"/>
              <a:sym typeface="+mn-ea"/>
            </a:endParaRPr>
          </a:p>
          <a:p>
            <a:pPr marL="457200" lvl="1" indent="0">
              <a:lnSpc>
                <a:spcPct val="50000"/>
              </a:lnSpc>
              <a:buNone/>
            </a:pPr>
            <a:r>
              <a:rPr sz="1400" b="1" spc="0" dirty="0">
                <a:solidFill>
                  <a:srgbClr val="FF0000"/>
                </a:solidFill>
                <a:ea typeface="微软雅黑" panose="020B0503020204020204" charset="-122"/>
                <a:sym typeface="+mn-ea"/>
              </a:rPr>
              <a:t>    //等待线程执行完毕</a:t>
            </a:r>
            <a:endParaRPr sz="1400" b="1" spc="0" dirty="0">
              <a:solidFill>
                <a:srgbClr val="FF0000"/>
              </a:solidFill>
              <a:ea typeface="微软雅黑" panose="020B0503020204020204" charset="-122"/>
              <a:sym typeface="+mn-ea"/>
            </a:endParaRPr>
          </a:p>
          <a:p>
            <a:pPr marL="457200" lvl="1" indent="0">
              <a:lnSpc>
                <a:spcPct val="50000"/>
              </a:lnSpc>
              <a:buNone/>
            </a:pPr>
            <a:r>
              <a:rPr sz="1400" b="1" spc="0" dirty="0">
                <a:solidFill>
                  <a:srgbClr val="FF0000"/>
                </a:solidFill>
                <a:ea typeface="微软雅黑" panose="020B0503020204020204" charset="-122"/>
                <a:sym typeface="+mn-ea"/>
              </a:rPr>
              <a:t>    t.join();</a:t>
            </a:r>
            <a:endParaRPr sz="1400" b="1" spc="0" dirty="0">
              <a:solidFill>
                <a:srgbClr val="FF0000"/>
              </a:solidFill>
              <a:ea typeface="微软雅黑" panose="020B0503020204020204" charset="-122"/>
              <a:sym typeface="+mn-ea"/>
            </a:endParaRPr>
          </a:p>
          <a:p>
            <a:pPr marL="457200" lvl="1" indent="0">
              <a:lnSpc>
                <a:spcPct val="50000"/>
              </a:lnSpc>
              <a:buNone/>
            </a:pPr>
            <a:r>
              <a:rPr sz="1400" b="1" spc="0" dirty="0">
                <a:solidFill>
                  <a:srgbClr val="FF0000"/>
                </a:solidFill>
                <a:ea typeface="微软雅黑" panose="020B0503020204020204" charset="-122"/>
                <a:sym typeface="+mn-ea"/>
              </a:rPr>
              <a:t>    //线程分离</a:t>
            </a:r>
            <a:endParaRPr sz="1400" b="1" spc="0" dirty="0">
              <a:solidFill>
                <a:srgbClr val="FF0000"/>
              </a:solidFill>
              <a:ea typeface="微软雅黑" panose="020B0503020204020204" charset="-122"/>
              <a:sym typeface="+mn-ea"/>
            </a:endParaRPr>
          </a:p>
          <a:p>
            <a:pPr marL="457200" lvl="1" indent="0">
              <a:lnSpc>
                <a:spcPct val="50000"/>
              </a:lnSpc>
              <a:buNone/>
            </a:pPr>
            <a:r>
              <a:rPr sz="1400" b="1" spc="0" dirty="0">
                <a:solidFill>
                  <a:srgbClr val="FF0000"/>
                </a:solidFill>
                <a:ea typeface="微软雅黑" panose="020B0503020204020204" charset="-122"/>
                <a:sym typeface="+mn-ea"/>
              </a:rPr>
              <a:t>    //t.detach();</a:t>
            </a:r>
            <a:endParaRPr sz="1400" b="1" spc="0" dirty="0">
              <a:solidFill>
                <a:srgbClr val="FF0000"/>
              </a:solidFill>
              <a:ea typeface="微软雅黑" panose="020B0503020204020204" charset="-122"/>
              <a:sym typeface="+mn-ea"/>
            </a:endParaRPr>
          </a:p>
          <a:p>
            <a:pPr marL="457200" lvl="1" indent="0">
              <a:lnSpc>
                <a:spcPct val="50000"/>
              </a:lnSpc>
              <a:buNone/>
            </a:pPr>
            <a:r>
              <a:rPr sz="1400" b="1" spc="0" dirty="0">
                <a:solidFill>
                  <a:srgbClr val="FF0000"/>
                </a:solidFill>
                <a:ea typeface="微软雅黑" panose="020B0503020204020204" charset="-122"/>
                <a:sym typeface="+mn-ea"/>
              </a:rPr>
              <a:t>}</a:t>
            </a:r>
            <a:endParaRPr sz="1400" b="1" spc="0" dirty="0">
              <a:solidFill>
                <a:srgbClr val="FF0000"/>
              </a:solidFill>
              <a:ea typeface="微软雅黑" panose="020B0503020204020204" charset="-122"/>
              <a:sym typeface="+mn-ea"/>
            </a:endParaRPr>
          </a:p>
        </p:txBody>
      </p:sp>
      <p:sp>
        <p:nvSpPr>
          <p:cNvPr id="2" name="文本框 1"/>
          <p:cNvSpPr txBox="1"/>
          <p:nvPr>
            <p:custDataLst>
              <p:tags r:id="rId2"/>
            </p:custDataLst>
          </p:nvPr>
        </p:nvSpPr>
        <p:spPr>
          <a:xfrm>
            <a:off x="457200" y="546100"/>
            <a:ext cx="8061325" cy="506730"/>
          </a:xfrm>
          <a:prstGeom prst="rect">
            <a:avLst/>
          </a:prstGeom>
          <a:noFill/>
        </p:spPr>
        <p:txBody>
          <a:bodyPr wrap="square" rtlCol="0">
            <a:spAutoFit/>
          </a:bodyPr>
          <a:p>
            <a:pPr marL="0" indent="0">
              <a:buNone/>
            </a:pPr>
            <a:r>
              <a:rPr lang="zh-CN" sz="2700" b="1" dirty="0" err="1">
                <a:latin typeface="微软雅黑" panose="020B0503020204020204" charset="-122"/>
                <a:cs typeface="微软雅黑" panose="020B0503020204020204" charset="-122"/>
                <a:sym typeface="+mn-ea"/>
              </a:rPr>
              <a:t>线程的创建</a:t>
            </a:r>
            <a:endParaRPr lang="zh-CN" sz="2700"/>
          </a:p>
        </p:txBody>
      </p:sp>
      <p:sp>
        <p:nvSpPr>
          <p:cNvPr id="4" name="文本框 3"/>
          <p:cNvSpPr txBox="1"/>
          <p:nvPr>
            <p:custDataLst>
              <p:tags r:id="rId3"/>
            </p:custDataLst>
          </p:nvPr>
        </p:nvSpPr>
        <p:spPr>
          <a:xfrm>
            <a:off x="5774055" y="2130425"/>
            <a:ext cx="2262505" cy="1861185"/>
          </a:xfrm>
          <a:prstGeom prst="rect">
            <a:avLst/>
          </a:prstGeom>
          <a:noFill/>
        </p:spPr>
        <p:txBody>
          <a:bodyPr wrap="square" rtlCol="0">
            <a:spAutoFit/>
          </a:bodyPr>
          <a:p>
            <a:pPr>
              <a:lnSpc>
                <a:spcPct val="160000"/>
              </a:lnSpc>
            </a:pPr>
            <a:r>
              <a:rPr lang="zh-CN" altLang="en-US" sz="1200" b="1"/>
              <a:t>std::thread是线程类，构造一个线程对象即产生一个运行的线程。构造函数中传入一个可调用对象作为线程的执行体，</a:t>
            </a:r>
            <a:r>
              <a:rPr lang="zh-CN" altLang="en-US" sz="1200" b="1">
                <a:solidFill>
                  <a:schemeClr val="tx1"/>
                </a:solidFill>
              </a:rPr>
              <a:t>可传入函数，函数指针，函数对象，lambda表达式</a:t>
            </a:r>
            <a:endParaRPr lang="zh-CN" altLang="en-US" sz="1200" b="1">
              <a:solidFill>
                <a:schemeClr val="tx1"/>
              </a:solidFill>
            </a:endParaRPr>
          </a:p>
        </p:txBody>
      </p:sp>
    </p:spTree>
    <p:custDataLst>
      <p:tags r:id="rId4"/>
    </p:custDataLst>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custDataLst>
              <p:tags r:id="rId1"/>
            </p:custDataLst>
          </p:nvPr>
        </p:nvSpPr>
        <p:spPr>
          <a:xfrm>
            <a:off x="457200" y="1144270"/>
            <a:ext cx="7948930" cy="4584065"/>
          </a:xfrm>
        </p:spPr>
        <p:txBody>
          <a:bodyPr>
            <a:normAutofit/>
          </a:bodyPr>
          <a:lstStyle/>
          <a:p>
            <a:pPr marL="0" indent="0">
              <a:lnSpc>
                <a:spcPct val="150000"/>
              </a:lnSpc>
              <a:buNone/>
            </a:pPr>
            <a:endParaRPr sz="1600" spc="0" dirty="0">
              <a:solidFill>
                <a:schemeClr val="tx1">
                  <a:lumMod val="65000"/>
                  <a:lumOff val="35000"/>
                </a:schemeClr>
              </a:solidFill>
              <a:sym typeface="+mn-ea"/>
            </a:endParaRPr>
          </a:p>
          <a:p>
            <a:pPr>
              <a:lnSpc>
                <a:spcPct val="150000"/>
              </a:lnSpc>
            </a:pPr>
            <a:r>
              <a:rPr sz="1600" spc="0" dirty="0">
                <a:solidFill>
                  <a:schemeClr val="tx1">
                    <a:lumMod val="65000"/>
                    <a:lumOff val="35000"/>
                  </a:schemeClr>
                </a:solidFill>
                <a:sym typeface="+mn-ea"/>
              </a:rPr>
              <a:t>当通过Thread对象产生一个线程时，则Thread对象的生命周期等于线程的生命周</a:t>
            </a:r>
            <a:endParaRPr sz="1600" spc="0" dirty="0">
              <a:solidFill>
                <a:schemeClr val="tx1">
                  <a:lumMod val="65000"/>
                  <a:lumOff val="35000"/>
                </a:schemeClr>
              </a:solidFill>
              <a:sym typeface="+mn-ea"/>
            </a:endParaRPr>
          </a:p>
          <a:p>
            <a:pPr marL="0" indent="0">
              <a:lnSpc>
                <a:spcPct val="150000"/>
              </a:lnSpc>
              <a:buNone/>
            </a:pPr>
            <a:endParaRPr sz="1600" spc="0" dirty="0">
              <a:solidFill>
                <a:schemeClr val="tx1">
                  <a:lumMod val="65000"/>
                  <a:lumOff val="35000"/>
                </a:schemeClr>
              </a:solidFill>
              <a:sym typeface="+mn-ea"/>
            </a:endParaRPr>
          </a:p>
          <a:p>
            <a:pPr>
              <a:lnSpc>
                <a:spcPct val="150000"/>
              </a:lnSpc>
            </a:pPr>
            <a:r>
              <a:rPr sz="1600" spc="0" dirty="0">
                <a:solidFill>
                  <a:schemeClr val="tx1">
                    <a:lumMod val="65000"/>
                    <a:lumOff val="35000"/>
                  </a:schemeClr>
                </a:solidFill>
                <a:sym typeface="+mn-ea"/>
              </a:rPr>
              <a:t>可以将</a:t>
            </a:r>
            <a:r>
              <a:rPr lang="en-US" altLang="zh-CN" sz="1600" spc="0" dirty="0">
                <a:solidFill>
                  <a:schemeClr val="tx1">
                    <a:lumMod val="65000"/>
                    <a:lumOff val="35000"/>
                  </a:schemeClr>
                </a:solidFill>
                <a:sym typeface="+mn-ea"/>
              </a:rPr>
              <a:t>Thread</a:t>
            </a:r>
            <a:r>
              <a:rPr sz="1600" spc="0" dirty="0">
                <a:solidFill>
                  <a:schemeClr val="tx1">
                    <a:lumMod val="65000"/>
                    <a:lumOff val="35000"/>
                  </a:schemeClr>
                </a:solidFill>
                <a:sym typeface="+mn-ea"/>
              </a:rPr>
              <a:t>定义为类的成员变量</a:t>
            </a:r>
            <a:endParaRPr sz="1600" spc="0" dirty="0">
              <a:solidFill>
                <a:schemeClr val="tx1">
                  <a:lumMod val="65000"/>
                  <a:lumOff val="35000"/>
                </a:schemeClr>
              </a:solidFill>
              <a:sym typeface="+mn-ea"/>
            </a:endParaRPr>
          </a:p>
          <a:p>
            <a:pPr marL="0" indent="0">
              <a:lnSpc>
                <a:spcPct val="150000"/>
              </a:lnSpc>
              <a:buNone/>
            </a:pPr>
            <a:endParaRPr sz="1600" spc="0" dirty="0">
              <a:solidFill>
                <a:schemeClr val="tx1">
                  <a:lumMod val="65000"/>
                  <a:lumOff val="35000"/>
                </a:schemeClr>
              </a:solidFill>
              <a:sym typeface="+mn-ea"/>
            </a:endParaRPr>
          </a:p>
          <a:p>
            <a:pPr>
              <a:lnSpc>
                <a:spcPct val="150000"/>
              </a:lnSpc>
            </a:pPr>
            <a:r>
              <a:rPr sz="1600" spc="0" dirty="0">
                <a:solidFill>
                  <a:schemeClr val="tx1">
                    <a:lumMod val="65000"/>
                    <a:lumOff val="35000"/>
                  </a:schemeClr>
                </a:solidFill>
                <a:sym typeface="+mn-ea"/>
              </a:rPr>
              <a:t>可以通过容器来存储线程对象</a:t>
            </a:r>
            <a:endParaRPr sz="1600" spc="0" dirty="0">
              <a:solidFill>
                <a:schemeClr val="tx1">
                  <a:lumMod val="65000"/>
                  <a:lumOff val="35000"/>
                </a:schemeClr>
              </a:solidFill>
              <a:sym typeface="+mn-ea"/>
            </a:endParaRPr>
          </a:p>
          <a:p>
            <a:pPr marL="0" indent="0">
              <a:lnSpc>
                <a:spcPct val="150000"/>
              </a:lnSpc>
              <a:buNone/>
            </a:pPr>
            <a:endParaRPr sz="1600" spc="0" dirty="0">
              <a:solidFill>
                <a:schemeClr val="tx1">
                  <a:lumMod val="65000"/>
                  <a:lumOff val="35000"/>
                </a:schemeClr>
              </a:solidFill>
              <a:sym typeface="+mn-ea"/>
            </a:endParaRPr>
          </a:p>
          <a:p>
            <a:pPr marL="0" indent="0" algn="l">
              <a:lnSpc>
                <a:spcPct val="150000"/>
              </a:lnSpc>
              <a:buClrTx/>
              <a:buSzTx/>
              <a:buNone/>
            </a:pPr>
            <a:r>
              <a:rPr sz="1600" b="1" spc="0">
                <a:solidFill>
                  <a:srgbClr val="FF0000"/>
                </a:solidFill>
                <a:sym typeface="+mn-ea"/>
              </a:rPr>
              <a:t>线程对象只可移动，不能复制</a:t>
            </a:r>
            <a:endParaRPr lang="zh-CN" altLang="en-US" sz="1600" b="1" spc="0">
              <a:solidFill>
                <a:srgbClr val="FF0000"/>
              </a:solidFill>
            </a:endParaRPr>
          </a:p>
          <a:p>
            <a:pPr marL="0" indent="0">
              <a:lnSpc>
                <a:spcPct val="150000"/>
              </a:lnSpc>
              <a:buNone/>
            </a:pPr>
            <a:endParaRPr lang="zh-CN" altLang="en-US" sz="1600" b="1" spc="0" dirty="0">
              <a:solidFill>
                <a:srgbClr val="FF0000"/>
              </a:solidFill>
              <a:sym typeface="+mn-ea"/>
            </a:endParaRPr>
          </a:p>
        </p:txBody>
      </p:sp>
      <p:sp>
        <p:nvSpPr>
          <p:cNvPr id="2" name="文本框 1"/>
          <p:cNvSpPr txBox="1"/>
          <p:nvPr>
            <p:custDataLst>
              <p:tags r:id="rId2"/>
            </p:custDataLst>
          </p:nvPr>
        </p:nvSpPr>
        <p:spPr>
          <a:xfrm>
            <a:off x="457200" y="496570"/>
            <a:ext cx="8061325" cy="506730"/>
          </a:xfrm>
          <a:prstGeom prst="rect">
            <a:avLst/>
          </a:prstGeom>
          <a:noFill/>
        </p:spPr>
        <p:txBody>
          <a:bodyPr wrap="square" rtlCol="0">
            <a:spAutoFit/>
          </a:bodyPr>
          <a:p>
            <a:pPr marL="0" indent="0">
              <a:buNone/>
            </a:pPr>
            <a:r>
              <a:rPr lang="zh-CN" altLang="en-US" sz="2700" b="1" dirty="0" err="1">
                <a:latin typeface="微软雅黑" panose="020B0503020204020204" charset="-122"/>
                <a:cs typeface="微软雅黑" panose="020B0503020204020204" charset="-122"/>
                <a:sym typeface="+mn-ea"/>
              </a:rPr>
              <a:t>线程的生命周期</a:t>
            </a:r>
            <a:endParaRPr lang="zh-CN" altLang="en-US" sz="2700" b="1" dirty="0" err="1">
              <a:latin typeface="微软雅黑" panose="020B0503020204020204" charset="-122"/>
              <a:cs typeface="微软雅黑" panose="020B0503020204020204" charset="-122"/>
              <a:sym typeface="+mn-ea"/>
            </a:endParaRPr>
          </a:p>
        </p:txBody>
      </p:sp>
    </p:spTree>
    <p:custDataLst>
      <p:tags r:id="rId3"/>
    </p:custDataLst>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animEffect transition="in" filter="blinds(horizontal)">
                                      <p:cBhvr>
                                        <p:cTn id="7"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Text Box 3"/>
          <p:cNvSpPr>
            <a:spLocks noChangeArrowheads="1"/>
          </p:cNvSpPr>
          <p:nvPr>
            <p:custDataLst>
              <p:tags r:id="rId1"/>
            </p:custDataLst>
          </p:nvPr>
        </p:nvSpPr>
        <p:spPr bwMode="auto">
          <a:xfrm>
            <a:off x="2048321" y="3162185"/>
            <a:ext cx="3436620" cy="748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none" anchor="ctr">
            <a:spAutoFit/>
          </a:bodyPr>
          <a:lstStyle/>
          <a:p>
            <a:pPr algn="r"/>
            <a:r>
              <a:rPr sz="4270" b="1" dirty="0">
                <a:solidFill>
                  <a:schemeClr val="accent5">
                    <a:lumMod val="75000"/>
                  </a:schemeClr>
                </a:solidFill>
                <a:latin typeface="Arial" panose="020B0604020202020204" pitchFamily="34" charset="0"/>
                <a:ea typeface="微软雅黑" panose="020B0503020204020204" charset="-122"/>
                <a:sym typeface="+mn-ea"/>
              </a:rPr>
              <a:t>线程</a:t>
            </a:r>
            <a:r>
              <a:rPr lang="zh-CN" sz="4270" b="1" dirty="0">
                <a:solidFill>
                  <a:schemeClr val="accent5">
                    <a:lumMod val="75000"/>
                  </a:schemeClr>
                </a:solidFill>
                <a:latin typeface="Arial" panose="020B0604020202020204" pitchFamily="34" charset="0"/>
                <a:ea typeface="微软雅黑" panose="020B0503020204020204" charset="-122"/>
                <a:sym typeface="+mn-ea"/>
              </a:rPr>
              <a:t>间的通信</a:t>
            </a:r>
            <a:endParaRPr lang="zh-CN" sz="4270" b="1" dirty="0">
              <a:solidFill>
                <a:schemeClr val="accent5">
                  <a:lumMod val="75000"/>
                </a:schemeClr>
              </a:solidFill>
              <a:latin typeface="Arial" panose="020B0604020202020204" pitchFamily="34" charset="0"/>
              <a:ea typeface="微软雅黑" panose="020B0503020204020204" charset="-122"/>
              <a:sym typeface="+mn-ea"/>
            </a:endParaRPr>
          </a:p>
        </p:txBody>
      </p:sp>
      <p:sp>
        <p:nvSpPr>
          <p:cNvPr id="5124" name="淘宝网chenying0907出品 10"/>
          <p:cNvSpPr>
            <a:spLocks noChangeArrowheads="1"/>
          </p:cNvSpPr>
          <p:nvPr>
            <p:custDataLst>
              <p:tags r:id="rId2"/>
            </p:custDataLst>
          </p:nvPr>
        </p:nvSpPr>
        <p:spPr bwMode="auto">
          <a:xfrm>
            <a:off x="4094291" y="2649895"/>
            <a:ext cx="132588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r"/>
            <a:r>
              <a:rPr lang="zh-CN" altLang="en-US" dirty="0">
                <a:solidFill>
                  <a:schemeClr val="accent1"/>
                </a:solidFill>
                <a:latin typeface="Arial" panose="020B0604020202020204" pitchFamily="34" charset="0"/>
                <a:ea typeface="微软雅黑" panose="020B0503020204020204" charset="-122"/>
                <a:sym typeface="Arial" panose="020B0604020202020204" pitchFamily="34" charset="0"/>
              </a:rPr>
              <a:t>多线程编程</a:t>
            </a:r>
            <a:endParaRPr lang="zh-CN" altLang="en-US" dirty="0">
              <a:solidFill>
                <a:schemeClr val="accent1"/>
              </a:solidFill>
              <a:latin typeface="Arial" panose="020B0604020202020204" pitchFamily="34" charset="0"/>
              <a:ea typeface="微软雅黑" panose="020B0503020204020204" charset="-122"/>
              <a:sym typeface="Arial" panose="020B0604020202020204" pitchFamily="34" charset="0"/>
            </a:endParaRPr>
          </a:p>
        </p:txBody>
      </p:sp>
      <p:sp>
        <p:nvSpPr>
          <p:cNvPr id="5125" name="淘宝网chenying0907出品 11"/>
          <p:cNvSpPr>
            <a:spLocks noChangeShapeType="1"/>
          </p:cNvSpPr>
          <p:nvPr>
            <p:custDataLst>
              <p:tags r:id="rId3"/>
            </p:custDataLst>
          </p:nvPr>
        </p:nvSpPr>
        <p:spPr bwMode="auto">
          <a:xfrm>
            <a:off x="1505825" y="2960613"/>
            <a:ext cx="3914345" cy="1191"/>
          </a:xfrm>
          <a:prstGeom prst="line">
            <a:avLst/>
          </a:prstGeom>
          <a:noFill/>
          <a:ln w="6350" cap="flat" cmpd="sng">
            <a:solidFill>
              <a:schemeClr val="accent1"/>
            </a:solidFill>
            <a:bevel/>
          </a:ln>
          <a:extLst>
            <a:ext uri="{909E8E84-426E-40DD-AFC4-6F175D3DCCD1}">
              <a14:hiddenFill xmlns:a14="http://schemas.microsoft.com/office/drawing/2010/main">
                <a:noFill/>
              </a14:hiddenFill>
            </a:ext>
          </a:extLst>
        </p:spPr>
        <p:txBody>
          <a:bodyPr/>
          <a:lstStyle/>
          <a:p>
            <a:endParaRPr lang="zh-CN" altLang="en-US" sz="1420">
              <a:solidFill>
                <a:schemeClr val="accent1"/>
              </a:solidFill>
              <a:latin typeface="Arial" panose="020B0604020202020204" pitchFamily="34" charset="0"/>
              <a:ea typeface="微软雅黑" panose="020B0503020204020204" charset="-122"/>
              <a:sym typeface="Arial" panose="020B0604020202020204" pitchFamily="34" charset="0"/>
            </a:endParaRPr>
          </a:p>
        </p:txBody>
      </p:sp>
      <p:sp>
        <p:nvSpPr>
          <p:cNvPr id="7" name="Text Box 3"/>
          <p:cNvSpPr>
            <a:spLocks noChangeArrowheads="1"/>
          </p:cNvSpPr>
          <p:nvPr>
            <p:custDataLst>
              <p:tags r:id="rId4"/>
            </p:custDataLst>
          </p:nvPr>
        </p:nvSpPr>
        <p:spPr bwMode="auto">
          <a:xfrm>
            <a:off x="5545075" y="2294165"/>
            <a:ext cx="309880" cy="227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none" anchor="ctr">
            <a:spAutoFit/>
          </a:bodyPr>
          <a:lstStyle/>
          <a:p>
            <a:endParaRPr lang="en-US" altLang="en-US" sz="14155" b="1" dirty="0">
              <a:solidFill>
                <a:schemeClr val="accent5">
                  <a:lumMod val="75000"/>
                </a:schemeClr>
              </a:solidFill>
              <a:latin typeface="Arial" panose="020B0604020202020204" pitchFamily="34" charset="0"/>
              <a:ea typeface="微软雅黑" panose="020B0503020204020204" charset="-122"/>
              <a:sym typeface="Arial" panose="020B0604020202020204" pitchFamily="34" charset="0"/>
            </a:endParaRPr>
          </a:p>
        </p:txBody>
      </p:sp>
      <p:sp>
        <p:nvSpPr>
          <p:cNvPr id="4" name="淘宝网chenying0907出品 11"/>
          <p:cNvSpPr>
            <a:spLocks noChangeShapeType="1"/>
          </p:cNvSpPr>
          <p:nvPr>
            <p:custDataLst>
              <p:tags r:id="rId5"/>
            </p:custDataLst>
          </p:nvPr>
        </p:nvSpPr>
        <p:spPr bwMode="auto">
          <a:xfrm>
            <a:off x="1501380" y="2960613"/>
            <a:ext cx="3914345" cy="1191"/>
          </a:xfrm>
          <a:prstGeom prst="line">
            <a:avLst/>
          </a:prstGeom>
          <a:noFill/>
          <a:ln w="6350" cap="flat" cmpd="sng">
            <a:solidFill>
              <a:schemeClr val="accent1"/>
            </a:solidFill>
            <a:bevel/>
          </a:ln>
          <a:extLst>
            <a:ext uri="{909E8E84-426E-40DD-AFC4-6F175D3DCCD1}">
              <a14:hiddenFill xmlns:a14="http://schemas.microsoft.com/office/drawing/2010/main">
                <a:noFill/>
              </a14:hiddenFill>
            </a:ext>
          </a:extLst>
        </p:spPr>
        <p:txBody>
          <a:bodyPr/>
          <a:lstStyle/>
          <a:p>
            <a:endParaRPr lang="zh-CN" altLang="en-US" sz="1420">
              <a:solidFill>
                <a:schemeClr val="accent1"/>
              </a:solidFill>
              <a:latin typeface="Arial" panose="020B0604020202020204" pitchFamily="34" charset="0"/>
              <a:ea typeface="微软雅黑" panose="020B0503020204020204" charset="-122"/>
              <a:sym typeface="Arial" panose="020B0604020202020204" pitchFamily="34" charset="0"/>
            </a:endParaRPr>
          </a:p>
        </p:txBody>
      </p:sp>
      <p:sp>
        <p:nvSpPr>
          <p:cNvPr id="5" name="Text Box 3"/>
          <p:cNvSpPr>
            <a:spLocks noChangeArrowheads="1"/>
          </p:cNvSpPr>
          <p:nvPr>
            <p:custDataLst>
              <p:tags r:id="rId6"/>
            </p:custDataLst>
          </p:nvPr>
        </p:nvSpPr>
        <p:spPr bwMode="auto">
          <a:xfrm>
            <a:off x="5540630" y="2294165"/>
            <a:ext cx="2183130" cy="227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none" anchor="ctr">
            <a:spAutoFit/>
          </a:bodyPr>
          <a:lstStyle/>
          <a:p>
            <a:r>
              <a:rPr lang="en-US" sz="14155" dirty="0">
                <a:solidFill>
                  <a:schemeClr val="accent5">
                    <a:lumMod val="75000"/>
                  </a:schemeClr>
                </a:solidFill>
                <a:latin typeface="Arial" panose="020B0604020202020204" pitchFamily="34" charset="0"/>
                <a:ea typeface="微软雅黑" panose="020B0503020204020204" charset="-122"/>
                <a:sym typeface="Arial" panose="020B0604020202020204" pitchFamily="34" charset="0"/>
              </a:rPr>
              <a:t>03</a:t>
            </a:r>
            <a:endParaRPr lang="en-US" altLang="en-US" sz="14155" b="1" dirty="0">
              <a:solidFill>
                <a:schemeClr val="accent5">
                  <a:lumMod val="75000"/>
                </a:schemeClr>
              </a:solidFill>
              <a:latin typeface="Arial" panose="020B0604020202020204" pitchFamily="34" charset="0"/>
              <a:ea typeface="微软雅黑" panose="020B0503020204020204" charset="-122"/>
              <a:sym typeface="Arial" panose="020B0604020202020204" pitchFamily="34" charset="0"/>
            </a:endParaRPr>
          </a:p>
        </p:txBody>
      </p:sp>
    </p:spTree>
    <p:custDataLst>
      <p:tags r:id="rId7"/>
    </p:custDataLst>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randombar(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custDataLst>
              <p:tags r:id="rId1"/>
            </p:custDataLst>
          </p:nvPr>
        </p:nvSpPr>
        <p:spPr>
          <a:xfrm>
            <a:off x="457200" y="1286510"/>
            <a:ext cx="8126730" cy="5142865"/>
          </a:xfrm>
        </p:spPr>
        <p:txBody>
          <a:bodyPr>
            <a:normAutofit/>
          </a:bodyPr>
          <a:lstStyle/>
          <a:p>
            <a:pPr>
              <a:lnSpc>
                <a:spcPct val="150000"/>
              </a:lnSpc>
            </a:pPr>
            <a:endParaRPr lang="en-US" altLang="zh-CN" sz="1600" spc="0" dirty="0">
              <a:solidFill>
                <a:schemeClr val="tx1">
                  <a:lumMod val="65000"/>
                  <a:lumOff val="35000"/>
                </a:schemeClr>
              </a:solidFill>
              <a:sym typeface="+mn-ea"/>
            </a:endParaRPr>
          </a:p>
          <a:p>
            <a:pPr>
              <a:lnSpc>
                <a:spcPct val="150000"/>
              </a:lnSpc>
            </a:pPr>
            <a:r>
              <a:rPr lang="en-US" altLang="zh-CN" sz="1600" b="1" spc="0" dirty="0">
                <a:solidFill>
                  <a:schemeClr val="tx1">
                    <a:lumMod val="65000"/>
                    <a:lumOff val="35000"/>
                  </a:schemeClr>
                </a:solidFill>
                <a:sym typeface="+mn-ea"/>
              </a:rPr>
              <a:t>确保两个或更多的线程在关键活动中不会出现交叉(共享资源的竞争)</a:t>
            </a:r>
            <a:endParaRPr lang="en-US" altLang="zh-CN" sz="1600" b="1" spc="0" dirty="0">
              <a:solidFill>
                <a:schemeClr val="tx1">
                  <a:lumMod val="65000"/>
                  <a:lumOff val="35000"/>
                </a:schemeClr>
              </a:solidFill>
              <a:sym typeface="+mn-ea"/>
            </a:endParaRPr>
          </a:p>
          <a:p>
            <a:pPr marL="0" indent="0">
              <a:lnSpc>
                <a:spcPct val="150000"/>
              </a:lnSpc>
              <a:buNone/>
            </a:pPr>
            <a:r>
              <a:rPr lang="en-US" altLang="zh-CN" sz="1600" spc="0" dirty="0">
                <a:solidFill>
                  <a:srgbClr val="FF0000"/>
                </a:solidFill>
                <a:sym typeface="+mn-ea"/>
              </a:rPr>
              <a:t>比如，在订票系统中的两个线程为不同的客户试图争夺最后一个位置</a:t>
            </a:r>
            <a:endParaRPr lang="en-US" altLang="zh-CN" sz="1600" spc="0" dirty="0">
              <a:solidFill>
                <a:srgbClr val="FF0000"/>
              </a:solidFill>
              <a:sym typeface="+mn-ea"/>
            </a:endParaRPr>
          </a:p>
          <a:p>
            <a:pPr marL="0" indent="0">
              <a:lnSpc>
                <a:spcPct val="150000"/>
              </a:lnSpc>
              <a:buNone/>
            </a:pPr>
            <a:endParaRPr lang="en-US" altLang="zh-CN" sz="1600" spc="0" dirty="0">
              <a:solidFill>
                <a:schemeClr val="tx1">
                  <a:lumMod val="65000"/>
                  <a:lumOff val="35000"/>
                </a:schemeClr>
              </a:solidFill>
              <a:sym typeface="+mn-ea"/>
            </a:endParaRPr>
          </a:p>
          <a:p>
            <a:pPr>
              <a:lnSpc>
                <a:spcPct val="150000"/>
              </a:lnSpc>
            </a:pPr>
            <a:r>
              <a:rPr lang="en-US" altLang="zh-CN" sz="1600" b="1" spc="0" dirty="0">
                <a:solidFill>
                  <a:schemeClr val="tx1">
                    <a:lumMod val="65000"/>
                    <a:lumOff val="35000"/>
                  </a:schemeClr>
                </a:solidFill>
                <a:sym typeface="+mn-ea"/>
              </a:rPr>
              <a:t>线程间保证正确的顺序(线程间的协作)</a:t>
            </a:r>
            <a:endParaRPr lang="en-US" altLang="zh-CN" sz="1600" b="1" spc="0" dirty="0">
              <a:solidFill>
                <a:schemeClr val="tx1">
                  <a:lumMod val="65000"/>
                  <a:lumOff val="35000"/>
                </a:schemeClr>
              </a:solidFill>
              <a:sym typeface="+mn-ea"/>
            </a:endParaRPr>
          </a:p>
          <a:p>
            <a:pPr marL="0" indent="0">
              <a:lnSpc>
                <a:spcPct val="150000"/>
              </a:lnSpc>
              <a:buNone/>
            </a:pPr>
            <a:r>
              <a:rPr lang="en-US" altLang="zh-CN" sz="1600" spc="0" dirty="0">
                <a:solidFill>
                  <a:srgbClr val="FF0000"/>
                </a:solidFill>
                <a:sym typeface="+mn-ea"/>
              </a:rPr>
              <a:t>比如，如果线程A产生数据而线程B打印数据，那么B在打印之前必须等待</a:t>
            </a:r>
            <a:endParaRPr lang="en-US" altLang="zh-CN" sz="1600" spc="0" dirty="0">
              <a:solidFill>
                <a:srgbClr val="FF0000"/>
              </a:solidFill>
              <a:sym typeface="+mn-ea"/>
            </a:endParaRPr>
          </a:p>
          <a:p>
            <a:pPr marL="0" indent="0">
              <a:lnSpc>
                <a:spcPct val="150000"/>
              </a:lnSpc>
              <a:buNone/>
            </a:pPr>
            <a:endParaRPr lang="en-US" altLang="zh-CN" sz="1600" spc="0" dirty="0">
              <a:solidFill>
                <a:srgbClr val="FF0000"/>
              </a:solidFill>
              <a:sym typeface="+mn-ea"/>
            </a:endParaRPr>
          </a:p>
          <a:p>
            <a:pPr marL="0" indent="0">
              <a:lnSpc>
                <a:spcPct val="150000"/>
              </a:lnSpc>
              <a:buNone/>
            </a:pPr>
            <a:endParaRPr sz="1600" spc="0" dirty="0">
              <a:solidFill>
                <a:srgbClr val="FF0000"/>
              </a:solidFill>
              <a:sym typeface="+mn-ea"/>
            </a:endParaRPr>
          </a:p>
        </p:txBody>
      </p:sp>
      <p:sp>
        <p:nvSpPr>
          <p:cNvPr id="2" name="文本框 1"/>
          <p:cNvSpPr txBox="1"/>
          <p:nvPr>
            <p:custDataLst>
              <p:tags r:id="rId2"/>
            </p:custDataLst>
          </p:nvPr>
        </p:nvSpPr>
        <p:spPr>
          <a:xfrm>
            <a:off x="457200" y="496570"/>
            <a:ext cx="8061325" cy="506730"/>
          </a:xfrm>
          <a:prstGeom prst="rect">
            <a:avLst/>
          </a:prstGeom>
          <a:noFill/>
        </p:spPr>
        <p:txBody>
          <a:bodyPr wrap="square" rtlCol="0">
            <a:spAutoFit/>
          </a:bodyPr>
          <a:p>
            <a:pPr marL="0" indent="0">
              <a:buNone/>
            </a:pPr>
            <a:r>
              <a:rPr lang="zh-CN" altLang="en-US" sz="2700" b="1" dirty="0">
                <a:latin typeface="微软雅黑" panose="020B0503020204020204" charset="-122"/>
                <a:cs typeface="微软雅黑" panose="020B0503020204020204" charset="-122"/>
                <a:sym typeface="+mn-ea"/>
              </a:rPr>
              <a:t>线程间的通信涉及的两个问题</a:t>
            </a:r>
            <a:endParaRPr lang="zh-CN" altLang="en-US" sz="2700" b="1" dirty="0">
              <a:latin typeface="微软雅黑" panose="020B0503020204020204" charset="-122"/>
              <a:cs typeface="微软雅黑" panose="020B0503020204020204" charset="-122"/>
              <a:sym typeface="+mn-ea"/>
            </a:endParaRPr>
          </a:p>
        </p:txBody>
      </p:sp>
    </p:spTree>
    <p:custDataLst>
      <p:tags r:id="rId3"/>
    </p:custDataLst>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custDataLst>
              <p:tags r:id="rId1"/>
            </p:custDataLst>
          </p:nvPr>
        </p:nvSpPr>
        <p:spPr>
          <a:xfrm>
            <a:off x="457200" y="781685"/>
            <a:ext cx="8126730" cy="5647690"/>
          </a:xfrm>
        </p:spPr>
        <p:txBody>
          <a:bodyPr>
            <a:normAutofit/>
          </a:bodyPr>
          <a:lstStyle/>
          <a:p>
            <a:pPr>
              <a:lnSpc>
                <a:spcPct val="150000"/>
              </a:lnSpc>
            </a:pPr>
            <a:endParaRPr sz="1800" b="1" spc="0" dirty="0">
              <a:solidFill>
                <a:schemeClr val="tx1"/>
              </a:solidFill>
              <a:sym typeface="+mn-ea"/>
            </a:endParaRPr>
          </a:p>
          <a:p>
            <a:pPr>
              <a:lnSpc>
                <a:spcPct val="150000"/>
              </a:lnSpc>
            </a:pPr>
            <a:r>
              <a:rPr sz="1800" b="1" spc="0" dirty="0">
                <a:solidFill>
                  <a:schemeClr val="tx1"/>
                </a:solidFill>
                <a:sym typeface="+mn-ea"/>
              </a:rPr>
              <a:t>临界区</a:t>
            </a:r>
            <a:endParaRPr sz="1800" b="1" spc="0" dirty="0">
              <a:solidFill>
                <a:schemeClr val="tx1"/>
              </a:solidFill>
              <a:sym typeface="+mn-ea"/>
            </a:endParaRPr>
          </a:p>
          <a:p>
            <a:pPr marL="0" algn="l">
              <a:lnSpc>
                <a:spcPct val="150000"/>
              </a:lnSpc>
              <a:buClrTx/>
              <a:buSzTx/>
              <a:buNone/>
            </a:pPr>
            <a:r>
              <a:rPr lang="en-US" altLang="zh-CN" sz="1600" spc="0" dirty="0">
                <a:solidFill>
                  <a:schemeClr val="tx1">
                    <a:lumMod val="65000"/>
                    <a:lumOff val="35000"/>
                  </a:schemeClr>
                </a:solidFill>
                <a:sym typeface="+mn-ea"/>
              </a:rPr>
              <a:t>把对共享资源进行访问的程序片段称为临界区，可以通过</a:t>
            </a:r>
            <a:r>
              <a:rPr lang="en-US" altLang="zh-CN" sz="1600" b="1" spc="0" dirty="0">
                <a:solidFill>
                  <a:schemeClr val="tx1">
                    <a:lumMod val="65000"/>
                    <a:lumOff val="35000"/>
                  </a:schemeClr>
                </a:solidFill>
                <a:sym typeface="+mn-ea"/>
              </a:rPr>
              <a:t>互斥量</a:t>
            </a:r>
            <a:r>
              <a:rPr lang="en-US" altLang="zh-CN" sz="1600" spc="0" dirty="0">
                <a:solidFill>
                  <a:schemeClr val="tx1">
                    <a:lumMod val="65000"/>
                    <a:lumOff val="35000"/>
                  </a:schemeClr>
                </a:solidFill>
                <a:sym typeface="+mn-ea"/>
              </a:rPr>
              <a:t>和</a:t>
            </a:r>
            <a:r>
              <a:rPr lang="en-US" altLang="zh-CN" sz="1600" b="1" spc="0" dirty="0">
                <a:solidFill>
                  <a:schemeClr val="tx1">
                    <a:lumMod val="65000"/>
                    <a:lumOff val="35000"/>
                  </a:schemeClr>
                </a:solidFill>
                <a:sym typeface="+mn-ea"/>
              </a:rPr>
              <a:t>条件变量</a:t>
            </a:r>
            <a:r>
              <a:rPr lang="en-US" altLang="zh-CN" sz="1600" spc="0" dirty="0">
                <a:solidFill>
                  <a:schemeClr val="tx1">
                    <a:lumMod val="65000"/>
                    <a:lumOff val="35000"/>
                  </a:schemeClr>
                </a:solidFill>
                <a:sym typeface="+mn-ea"/>
              </a:rPr>
              <a:t>来保护临界区</a:t>
            </a:r>
            <a:endParaRPr lang="en-US" altLang="zh-CN" sz="1600" spc="0" dirty="0">
              <a:solidFill>
                <a:schemeClr val="tx1">
                  <a:lumMod val="65000"/>
                  <a:lumOff val="35000"/>
                </a:schemeClr>
              </a:solidFill>
              <a:sym typeface="+mn-ea"/>
            </a:endParaRPr>
          </a:p>
          <a:p>
            <a:pPr marL="0" indent="0">
              <a:lnSpc>
                <a:spcPct val="150000"/>
              </a:lnSpc>
              <a:buNone/>
            </a:pPr>
            <a:r>
              <a:rPr lang="en-US" altLang="zh-CN" sz="1600" b="1" spc="0" dirty="0">
                <a:solidFill>
                  <a:srgbClr val="FF0000"/>
                </a:solidFill>
                <a:sym typeface="+mn-ea"/>
              </a:rPr>
              <a:t>互斥量和条件变量是OS的同步原语</a:t>
            </a:r>
            <a:endParaRPr lang="en-US" altLang="zh-CN" sz="1600" b="1" spc="0" dirty="0">
              <a:solidFill>
                <a:srgbClr val="FF0000"/>
              </a:solidFill>
              <a:sym typeface="+mn-ea"/>
            </a:endParaRPr>
          </a:p>
        </p:txBody>
      </p:sp>
    </p:spTree>
    <p:custDataLst>
      <p:tags r:id="rId2"/>
    </p:custDataLst>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custDataLst>
              <p:tags r:id="rId1"/>
            </p:custDataLst>
          </p:nvPr>
        </p:nvSpPr>
        <p:spPr>
          <a:xfrm>
            <a:off x="255905" y="1197610"/>
            <a:ext cx="8632190" cy="5299075"/>
          </a:xfrm>
        </p:spPr>
        <p:txBody>
          <a:bodyPr>
            <a:normAutofit/>
          </a:bodyPr>
          <a:lstStyle/>
          <a:p>
            <a:pPr>
              <a:lnSpc>
                <a:spcPct val="150000"/>
              </a:lnSpc>
            </a:pPr>
            <a:endParaRPr sz="1600" spc="0" dirty="0">
              <a:solidFill>
                <a:schemeClr val="tx1">
                  <a:lumMod val="65000"/>
                  <a:lumOff val="35000"/>
                </a:schemeClr>
              </a:solidFill>
              <a:sym typeface="+mn-ea"/>
            </a:endParaRPr>
          </a:p>
          <a:p>
            <a:pPr>
              <a:lnSpc>
                <a:spcPct val="150000"/>
              </a:lnSpc>
            </a:pPr>
            <a:endParaRPr sz="1600" spc="0" dirty="0">
              <a:solidFill>
                <a:schemeClr val="tx1">
                  <a:lumMod val="65000"/>
                  <a:lumOff val="35000"/>
                </a:schemeClr>
              </a:solidFill>
              <a:sym typeface="+mn-ea"/>
            </a:endParaRPr>
          </a:p>
          <a:p>
            <a:pPr marL="0" algn="l">
              <a:lnSpc>
                <a:spcPct val="100000"/>
              </a:lnSpc>
              <a:buClrTx/>
              <a:buSzTx/>
              <a:buFontTx/>
              <a:buNone/>
            </a:pPr>
            <a:r>
              <a:rPr sz="2000" b="1" spc="0" dirty="0">
                <a:latin typeface="微软雅黑" panose="020B0503020204020204" charset="-122"/>
                <a:ea typeface="+mn-ea"/>
                <a:cs typeface="微软雅黑" panose="020B0503020204020204" charset="-122"/>
                <a:sym typeface="+mn-ea"/>
              </a:rPr>
              <a:t>互斥量(std::mutex)</a:t>
            </a:r>
            <a:endParaRPr lang="en-US" altLang="zh-CN" sz="1800" spc="0">
              <a:solidFill>
                <a:schemeClr val="tx1">
                  <a:lumMod val="65000"/>
                  <a:lumOff val="35000"/>
                </a:schemeClr>
              </a:solidFill>
              <a:sym typeface="+mn-ea"/>
            </a:endParaRPr>
          </a:p>
          <a:p>
            <a:pPr marL="0" algn="l">
              <a:lnSpc>
                <a:spcPct val="150000"/>
              </a:lnSpc>
              <a:buClrTx/>
              <a:buSzTx/>
              <a:buNone/>
            </a:pPr>
            <a:r>
              <a:rPr lang="en-US" altLang="zh-CN" sz="1600" spc="0">
                <a:solidFill>
                  <a:schemeClr val="tx1">
                    <a:lumMod val="65000"/>
                    <a:lumOff val="35000"/>
                  </a:schemeClr>
                </a:solidFill>
                <a:sym typeface="+mn-ea"/>
              </a:rPr>
              <a:t>互斥量有两种状态，解锁和加锁</a:t>
            </a:r>
            <a:r>
              <a:rPr sz="1600" spc="0">
                <a:solidFill>
                  <a:schemeClr val="tx1">
                    <a:lumMod val="65000"/>
                    <a:lumOff val="35000"/>
                  </a:schemeClr>
                </a:solidFill>
                <a:sym typeface="+mn-ea"/>
              </a:rPr>
              <a:t>。</a:t>
            </a:r>
            <a:r>
              <a:rPr lang="en-US" altLang="zh-CN" sz="1600" spc="0">
                <a:solidFill>
                  <a:schemeClr val="tx1">
                    <a:lumMod val="65000"/>
                    <a:lumOff val="35000"/>
                  </a:schemeClr>
                </a:solidFill>
                <a:sym typeface="+mn-ea"/>
              </a:rPr>
              <a:t>C++ 11提供了4种语义的互斥量:独占互斥量 std::mutex,带超时的独占互斥量 std::timed_mutex,递归互斥量 std::recursive_mutex，带超时的递归互斥量 std::recursive_timed_mutex</a:t>
            </a:r>
            <a:endParaRPr lang="en-US" altLang="zh-CN" sz="1600" spc="0">
              <a:solidFill>
                <a:schemeClr val="tx1">
                  <a:lumMod val="65000"/>
                  <a:lumOff val="35000"/>
                </a:schemeClr>
              </a:solidFill>
              <a:sym typeface="+mn-ea"/>
            </a:endParaRPr>
          </a:p>
          <a:p>
            <a:pPr marL="0" indent="0">
              <a:lnSpc>
                <a:spcPct val="150000"/>
              </a:lnSpc>
              <a:buNone/>
            </a:pPr>
            <a:r>
              <a:rPr sz="1600" b="1" spc="0" dirty="0">
                <a:solidFill>
                  <a:srgbClr val="FF0000"/>
                </a:solidFill>
                <a:sym typeface="+mn-ea"/>
              </a:rPr>
              <a:t>应该优先使用std::mutex，因为它满足我们所有的需要使用互斥的场景</a:t>
            </a:r>
            <a:endParaRPr sz="1600" b="1" spc="0" dirty="0">
              <a:solidFill>
                <a:srgbClr val="FF0000"/>
              </a:solidFill>
              <a:sym typeface="+mn-ea"/>
            </a:endParaRPr>
          </a:p>
          <a:p>
            <a:pPr>
              <a:lnSpc>
                <a:spcPct val="150000"/>
              </a:lnSpc>
            </a:pPr>
            <a:endParaRPr lang="en-US" altLang="zh-CN" sz="1600" spc="0" dirty="0">
              <a:solidFill>
                <a:schemeClr val="tx1">
                  <a:lumMod val="65000"/>
                  <a:lumOff val="35000"/>
                </a:schemeClr>
              </a:solidFill>
              <a:sym typeface="+mn-ea"/>
            </a:endParaRPr>
          </a:p>
        </p:txBody>
      </p:sp>
      <p:sp>
        <p:nvSpPr>
          <p:cNvPr id="2" name="文本框 1"/>
          <p:cNvSpPr txBox="1"/>
          <p:nvPr>
            <p:custDataLst>
              <p:tags r:id="rId2"/>
            </p:custDataLst>
          </p:nvPr>
        </p:nvSpPr>
        <p:spPr>
          <a:xfrm>
            <a:off x="457200" y="496570"/>
            <a:ext cx="8061325" cy="506730"/>
          </a:xfrm>
          <a:prstGeom prst="rect">
            <a:avLst/>
          </a:prstGeom>
          <a:noFill/>
        </p:spPr>
        <p:txBody>
          <a:bodyPr wrap="square" rtlCol="0">
            <a:spAutoFit/>
          </a:bodyPr>
          <a:p>
            <a:pPr marL="0" indent="0">
              <a:buNone/>
            </a:pPr>
            <a:r>
              <a:rPr lang="zh-CN" altLang="en-US" sz="2700" b="1" dirty="0">
                <a:latin typeface="微软雅黑" panose="020B0503020204020204" charset="-122"/>
                <a:cs typeface="微软雅黑" panose="020B0503020204020204" charset="-122"/>
                <a:sym typeface="+mn-ea"/>
              </a:rPr>
              <a:t>互斥量与锁</a:t>
            </a:r>
            <a:endParaRPr lang="zh-CN" altLang="en-US" sz="2700" b="1" dirty="0">
              <a:latin typeface="微软雅黑" panose="020B0503020204020204" charset="-122"/>
              <a:cs typeface="微软雅黑" panose="020B0503020204020204" charset="-122"/>
              <a:sym typeface="+mn-ea"/>
            </a:endParaRPr>
          </a:p>
        </p:txBody>
      </p:sp>
    </p:spTree>
    <p:custDataLst>
      <p:tags r:id="rId3"/>
    </p:custDataLst>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custDataLst>
              <p:tags r:id="rId1"/>
            </p:custDataLst>
          </p:nvPr>
        </p:nvSpPr>
        <p:spPr>
          <a:xfrm>
            <a:off x="457200" y="675640"/>
            <a:ext cx="8061325" cy="5143500"/>
          </a:xfrm>
        </p:spPr>
        <p:txBody>
          <a:bodyPr>
            <a:normAutofit/>
          </a:bodyPr>
          <a:lstStyle/>
          <a:p>
            <a:pPr marL="0" algn="l">
              <a:lnSpc>
                <a:spcPct val="100000"/>
              </a:lnSpc>
              <a:buClrTx/>
              <a:buSzTx/>
              <a:buFontTx/>
              <a:buNone/>
            </a:pPr>
            <a:r>
              <a:rPr sz="2000" b="1" spc="0">
                <a:latin typeface="微软雅黑" panose="020B0503020204020204" charset="-122"/>
                <a:ea typeface="+mn-ea"/>
                <a:cs typeface="微软雅黑" panose="020B0503020204020204" charset="-122"/>
                <a:sym typeface="+mn-ea"/>
              </a:rPr>
              <a:t>锁(lock)</a:t>
            </a:r>
            <a:endParaRPr sz="2000" b="1" spc="0" dirty="0">
              <a:latin typeface="微软雅黑" panose="020B0503020204020204" charset="-122"/>
              <a:ea typeface="+mn-ea"/>
              <a:cs typeface="微软雅黑" panose="020B0503020204020204" charset="-122"/>
              <a:sym typeface="+mn-ea"/>
            </a:endParaRPr>
          </a:p>
          <a:p>
            <a:pPr>
              <a:lnSpc>
                <a:spcPct val="150000"/>
              </a:lnSpc>
            </a:pPr>
            <a:r>
              <a:rPr lang="en-US" altLang="zh-CN" sz="1600" spc="0">
                <a:solidFill>
                  <a:schemeClr val="tx1">
                    <a:lumMod val="65000"/>
                    <a:lumOff val="35000"/>
                  </a:schemeClr>
                </a:solidFill>
                <a:sym typeface="+mn-ea"/>
              </a:rPr>
              <a:t>std::lock_gurad</a:t>
            </a:r>
            <a:endParaRPr lang="en-US" altLang="zh-CN" sz="1600" spc="0" dirty="0">
              <a:solidFill>
                <a:schemeClr val="tx1">
                  <a:lumMod val="65000"/>
                  <a:lumOff val="35000"/>
                </a:schemeClr>
              </a:solidFill>
              <a:sym typeface="+mn-ea"/>
            </a:endParaRPr>
          </a:p>
          <a:p>
            <a:pPr marL="0" indent="0">
              <a:lnSpc>
                <a:spcPct val="150000"/>
              </a:lnSpc>
              <a:buNone/>
            </a:pPr>
            <a:r>
              <a:rPr lang="en-US" altLang="zh-CN" sz="1600" spc="0">
                <a:solidFill>
                  <a:schemeClr val="tx1">
                    <a:lumMod val="65000"/>
                    <a:lumOff val="35000"/>
                  </a:schemeClr>
                </a:solidFill>
                <a:sym typeface="+mn-ea"/>
              </a:rPr>
              <a:t>它只是对操作系统的锁的API进行RAII的封装，在构造时获得锁，在析构时释放锁(自动解锁)，并不提供额外的方法，也不提供lock和unlock方法。它是最简便的一种锁的封装形式</a:t>
            </a:r>
            <a:endParaRPr lang="en-US" altLang="zh-CN" sz="1600" spc="0">
              <a:solidFill>
                <a:schemeClr val="tx1">
                  <a:lumMod val="65000"/>
                  <a:lumOff val="35000"/>
                </a:schemeClr>
              </a:solidFill>
              <a:sym typeface="+mn-ea"/>
            </a:endParaRPr>
          </a:p>
          <a:p>
            <a:pPr>
              <a:lnSpc>
                <a:spcPct val="150000"/>
              </a:lnSpc>
            </a:pPr>
            <a:r>
              <a:rPr sz="1600" spc="0" dirty="0">
                <a:solidFill>
                  <a:schemeClr val="tx1">
                    <a:lumMod val="65000"/>
                    <a:lumOff val="35000"/>
                  </a:schemeClr>
                </a:solidFill>
                <a:sym typeface="+mn-ea"/>
              </a:rPr>
              <a:t>unique_lock</a:t>
            </a:r>
            <a:endParaRPr sz="1600" spc="0" dirty="0">
              <a:solidFill>
                <a:schemeClr val="tx1">
                  <a:lumMod val="65000"/>
                  <a:lumOff val="35000"/>
                </a:schemeClr>
              </a:solidFill>
              <a:sym typeface="+mn-ea"/>
            </a:endParaRPr>
          </a:p>
          <a:p>
            <a:pPr marL="0" indent="0">
              <a:lnSpc>
                <a:spcPct val="150000"/>
              </a:lnSpc>
              <a:buNone/>
            </a:pPr>
            <a:r>
              <a:rPr sz="1600" spc="0" dirty="0">
                <a:solidFill>
                  <a:schemeClr val="tx1">
                    <a:lumMod val="65000"/>
                    <a:lumOff val="35000"/>
                  </a:schemeClr>
                </a:solidFill>
                <a:sym typeface="+mn-ea"/>
              </a:rPr>
              <a:t>它除了对操作系统锁的API进行RAII的封装，还提供了手动控制锁的方法:lock()与unlock()。并且它提供了更多lock的策略，比如try_lock，try_lock_until等。配合信号量使用。</a:t>
            </a:r>
            <a:endParaRPr sz="1600" spc="0" dirty="0">
              <a:solidFill>
                <a:schemeClr val="tx1">
                  <a:lumMod val="65000"/>
                  <a:lumOff val="35000"/>
                </a:schemeClr>
              </a:solidFill>
              <a:sym typeface="+mn-ea"/>
            </a:endParaRPr>
          </a:p>
        </p:txBody>
      </p:sp>
    </p:spTree>
    <p:custDataLst>
      <p:tags r:id="rId2"/>
    </p:custDataLst>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custDataLst>
              <p:tags r:id="rId1"/>
            </p:custDataLst>
          </p:nvPr>
        </p:nvSpPr>
        <p:spPr>
          <a:xfrm>
            <a:off x="457200" y="1003300"/>
            <a:ext cx="8442325" cy="5233035"/>
          </a:xfrm>
        </p:spPr>
        <p:txBody>
          <a:bodyPr>
            <a:normAutofit lnSpcReduction="20000"/>
          </a:bodyPr>
          <a:lstStyle/>
          <a:p>
            <a:pPr algn="l">
              <a:lnSpc>
                <a:spcPct val="150000"/>
              </a:lnSpc>
              <a:buClrTx/>
              <a:buSzTx/>
            </a:pPr>
            <a:endParaRPr sz="1600" spc="0">
              <a:solidFill>
                <a:schemeClr val="tx1">
                  <a:lumMod val="65000"/>
                  <a:lumOff val="35000"/>
                </a:schemeClr>
              </a:solidFill>
              <a:sym typeface="+mn-ea"/>
            </a:endParaRPr>
          </a:p>
          <a:p>
            <a:pPr algn="l">
              <a:lnSpc>
                <a:spcPct val="150000"/>
              </a:lnSpc>
              <a:buClrTx/>
              <a:buSzTx/>
            </a:pPr>
            <a:r>
              <a:rPr sz="1600" spc="0">
                <a:solidFill>
                  <a:schemeClr val="tx1">
                    <a:lumMod val="65000"/>
                    <a:lumOff val="35000"/>
                  </a:schemeClr>
                </a:solidFill>
                <a:sym typeface="+mn-ea"/>
              </a:rPr>
              <a:t>条件变量也用来保护临界区，用于线程间的协作。在业务场景下，当线程工作的前提必须是共享资源满足某个条件时，通常会使用条件变量来实现</a:t>
            </a:r>
            <a:endParaRPr sz="1600" spc="0">
              <a:solidFill>
                <a:schemeClr val="tx1">
                  <a:lumMod val="65000"/>
                  <a:lumOff val="35000"/>
                </a:schemeClr>
              </a:solidFill>
              <a:sym typeface="+mn-ea"/>
            </a:endParaRPr>
          </a:p>
          <a:p>
            <a:pPr marL="0" indent="0" algn="l">
              <a:lnSpc>
                <a:spcPct val="150000"/>
              </a:lnSpc>
              <a:buClrTx/>
              <a:buSzTx/>
              <a:buNone/>
            </a:pPr>
            <a:r>
              <a:rPr lang="en-US" altLang="zh-CN" b="1" spc="0">
                <a:solidFill>
                  <a:srgbClr val="FF0000"/>
                </a:solidFill>
                <a:sym typeface="+mn-ea"/>
              </a:rPr>
              <a:t> 就是线程间的相互通知，线程A操作完共享资源后，通知线程B</a:t>
            </a:r>
            <a:endParaRPr lang="en-US" altLang="zh-CN" b="1" spc="0">
              <a:solidFill>
                <a:srgbClr val="FF0000"/>
              </a:solidFill>
              <a:sym typeface="+mn-ea"/>
            </a:endParaRPr>
          </a:p>
          <a:p>
            <a:pPr marL="0" indent="0" algn="l">
              <a:lnSpc>
                <a:spcPct val="150000"/>
              </a:lnSpc>
              <a:buClrTx/>
              <a:buSzTx/>
              <a:buNone/>
            </a:pPr>
            <a:endParaRPr lang="en-US" altLang="zh-CN" sz="1600" spc="0">
              <a:solidFill>
                <a:schemeClr val="tx1">
                  <a:lumMod val="65000"/>
                  <a:lumOff val="35000"/>
                </a:schemeClr>
              </a:solidFill>
              <a:sym typeface="+mn-ea"/>
            </a:endParaRPr>
          </a:p>
          <a:p>
            <a:pPr marL="0" indent="0" algn="l">
              <a:lnSpc>
                <a:spcPct val="150000"/>
              </a:lnSpc>
              <a:buClrTx/>
              <a:buSzTx/>
              <a:buNone/>
            </a:pPr>
            <a:r>
              <a:rPr lang="en-US" altLang="zh-CN" sz="1600" spc="0">
                <a:solidFill>
                  <a:schemeClr val="tx1">
                    <a:lumMod val="65000"/>
                    <a:lumOff val="35000"/>
                  </a:schemeClr>
                </a:solidFill>
                <a:sym typeface="+mn-ea"/>
              </a:rPr>
              <a:t>它允许线程由于一些未到的条件而阻塞。它通常与互斥量结合在一起使用。这种方式用于让一个线程锁住一个互斥量，然后当它不能获得它期待的结果时等待一个条件变量(并释放该锁)，最后另一个线程会向它发信号，使它可以继 续执行(获取锁)</a:t>
            </a:r>
            <a:endParaRPr sz="1600" spc="0">
              <a:solidFill>
                <a:schemeClr val="tx1">
                  <a:lumMod val="65000"/>
                  <a:lumOff val="35000"/>
                </a:schemeClr>
              </a:solidFill>
              <a:sym typeface="+mn-ea"/>
            </a:endParaRPr>
          </a:p>
          <a:p>
            <a:pPr marL="0" indent="0" algn="l">
              <a:lnSpc>
                <a:spcPct val="150000"/>
              </a:lnSpc>
              <a:buClrTx/>
              <a:buSzTx/>
              <a:buNone/>
            </a:pPr>
            <a:endParaRPr sz="1600" b="1" spc="0" dirty="0">
              <a:solidFill>
                <a:schemeClr val="tx1">
                  <a:lumMod val="65000"/>
                  <a:lumOff val="35000"/>
                </a:schemeClr>
              </a:solidFill>
              <a:sym typeface="+mn-ea"/>
            </a:endParaRPr>
          </a:p>
          <a:p>
            <a:pPr algn="l">
              <a:lnSpc>
                <a:spcPct val="150000"/>
              </a:lnSpc>
              <a:buClrTx/>
              <a:buSzTx/>
            </a:pPr>
            <a:r>
              <a:rPr sz="1600" spc="0">
                <a:solidFill>
                  <a:schemeClr val="tx1">
                    <a:lumMod val="65000"/>
                    <a:lumOff val="35000"/>
                  </a:schemeClr>
                </a:solidFill>
                <a:sym typeface="+mn-ea"/>
              </a:rPr>
              <a:t>C++ 11中的条件变量叫condition_variable，需要配合unique_lock使用</a:t>
            </a:r>
            <a:endParaRPr sz="1600" spc="0">
              <a:solidFill>
                <a:schemeClr val="tx1">
                  <a:lumMod val="65000"/>
                  <a:lumOff val="35000"/>
                </a:schemeClr>
              </a:solidFill>
              <a:sym typeface="+mn-ea"/>
            </a:endParaRPr>
          </a:p>
        </p:txBody>
      </p:sp>
      <p:sp>
        <p:nvSpPr>
          <p:cNvPr id="2" name="文本框 1"/>
          <p:cNvSpPr txBox="1"/>
          <p:nvPr>
            <p:custDataLst>
              <p:tags r:id="rId2"/>
            </p:custDataLst>
          </p:nvPr>
        </p:nvSpPr>
        <p:spPr>
          <a:xfrm>
            <a:off x="457200" y="496570"/>
            <a:ext cx="8061325" cy="506730"/>
          </a:xfrm>
          <a:prstGeom prst="rect">
            <a:avLst/>
          </a:prstGeom>
          <a:noFill/>
        </p:spPr>
        <p:txBody>
          <a:bodyPr wrap="square" rtlCol="0">
            <a:spAutoFit/>
          </a:bodyPr>
          <a:p>
            <a:pPr marL="0" indent="0">
              <a:buNone/>
            </a:pPr>
            <a:r>
              <a:rPr lang="zh-CN" altLang="en-US" sz="2700" b="1" dirty="0">
                <a:latin typeface="微软雅黑" panose="020B0503020204020204" charset="-122"/>
                <a:cs typeface="微软雅黑" panose="020B0503020204020204" charset="-122"/>
                <a:sym typeface="+mn-ea"/>
              </a:rPr>
              <a:t>条件变量</a:t>
            </a:r>
            <a:r>
              <a:rPr lang="en-US" altLang="zh-CN" sz="2700" b="1" dirty="0">
                <a:latin typeface="微软雅黑" panose="020B0503020204020204" charset="-122"/>
                <a:cs typeface="微软雅黑" panose="020B0503020204020204" charset="-122"/>
                <a:sym typeface="+mn-ea"/>
              </a:rPr>
              <a:t>(condition_variable)</a:t>
            </a:r>
            <a:endParaRPr lang="en-US" altLang="zh-CN" sz="2700" b="1" dirty="0">
              <a:latin typeface="微软雅黑" panose="020B0503020204020204" charset="-122"/>
              <a:cs typeface="微软雅黑" panose="020B0503020204020204" charset="-122"/>
              <a:sym typeface="+mn-ea"/>
            </a:endParaRPr>
          </a:p>
        </p:txBody>
      </p:sp>
      <mc:AlternateContent xmlns:mc="http://schemas.openxmlformats.org/markup-compatibility/2006" xmlns:p14="http://schemas.microsoft.com/office/powerpoint/2010/main">
        <mc:Choice Requires="p14">
          <p:contentPart r:id="rId3" p14:bwMode="auto">
            <p14:nvContentPartPr>
              <p14:cNvPr id="27" name="墨迹 26"/>
              <p14:cNvContentPartPr/>
              <p14:nvPr/>
            </p14:nvContentPartPr>
            <p14:xfrm>
              <a:off x="2051050" y="3867150"/>
              <a:ext cx="12700" cy="360"/>
            </p14:xfrm>
          </p:contentPart>
        </mc:Choice>
        <mc:Fallback xmlns="">
          <p:pic>
            <p:nvPicPr>
              <p:cNvPr id="27" name="墨迹 26"/>
            </p:nvPicPr>
            <p:blipFill>
              <a:blip r:embed="rId4"/>
            </p:blipFill>
            <p:spPr>
              <a:xfrm>
                <a:off x="2051050" y="3867150"/>
                <a:ext cx="12700" cy="360"/>
              </a:xfrm>
              <a:prstGeom prst="rect"/>
            </p:spPr>
          </p:pic>
        </mc:Fallback>
      </mc:AlternateContent>
    </p:spTree>
    <p:custDataLst>
      <p:tags r:id="rId5"/>
    </p:custDataLst>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custDataLst>
              <p:tags r:id="rId1"/>
            </p:custDataLst>
          </p:nvPr>
        </p:nvSpPr>
        <p:spPr>
          <a:xfrm>
            <a:off x="457200" y="1003300"/>
            <a:ext cx="8528050" cy="5680075"/>
          </a:xfrm>
        </p:spPr>
        <p:txBody>
          <a:bodyPr>
            <a:normAutofit lnSpcReduction="20000"/>
          </a:bodyPr>
          <a:lstStyle/>
          <a:p>
            <a:pPr marL="0" indent="0" algn="l">
              <a:lnSpc>
                <a:spcPct val="150000"/>
              </a:lnSpc>
              <a:buClrTx/>
              <a:buSzTx/>
              <a:buNone/>
            </a:pPr>
            <a:endParaRPr sz="1600" spc="0">
              <a:solidFill>
                <a:schemeClr val="tx1">
                  <a:lumMod val="65000"/>
                  <a:lumOff val="35000"/>
                </a:schemeClr>
              </a:solidFill>
              <a:sym typeface="+mn-ea"/>
            </a:endParaRPr>
          </a:p>
          <a:p>
            <a:pPr marL="0" indent="0" algn="l">
              <a:lnSpc>
                <a:spcPct val="150000"/>
              </a:lnSpc>
              <a:buClrTx/>
              <a:buSzTx/>
              <a:buNone/>
            </a:pPr>
            <a:r>
              <a:rPr sz="1600" spc="0">
                <a:solidFill>
                  <a:schemeClr val="tx1">
                    <a:lumMod val="65000"/>
                    <a:lumOff val="35000"/>
                  </a:schemeClr>
                </a:solidFill>
                <a:sym typeface="+mn-ea"/>
              </a:rPr>
              <a:t>通常条件变量被唤醒，需要配合一个判断条件。当这个条件不满足时，线程应该会再次阻塞。如果条件满足则不会被阻塞</a:t>
            </a:r>
            <a:endParaRPr sz="1600" spc="0">
              <a:solidFill>
                <a:schemeClr val="tx1">
                  <a:lumMod val="65000"/>
                  <a:lumOff val="35000"/>
                </a:schemeClr>
              </a:solidFill>
              <a:sym typeface="+mn-ea"/>
            </a:endParaRPr>
          </a:p>
          <a:p>
            <a:pPr marL="0" indent="0" algn="l">
              <a:lnSpc>
                <a:spcPct val="150000"/>
              </a:lnSpc>
              <a:buClrTx/>
              <a:buSzTx/>
              <a:buNone/>
            </a:pPr>
            <a:r>
              <a:rPr sz="1600" b="1" spc="0">
                <a:solidFill>
                  <a:srgbClr val="FF0000"/>
                </a:solidFill>
                <a:sym typeface="+mn-ea"/>
              </a:rPr>
              <a:t>while(!condition)</a:t>
            </a:r>
            <a:endParaRPr sz="1600" b="1" spc="0">
              <a:solidFill>
                <a:srgbClr val="FF0000"/>
              </a:solidFill>
              <a:sym typeface="+mn-ea"/>
            </a:endParaRPr>
          </a:p>
          <a:p>
            <a:pPr marL="0" indent="0" algn="l">
              <a:lnSpc>
                <a:spcPct val="110000"/>
              </a:lnSpc>
              <a:buClrTx/>
              <a:buSzTx/>
              <a:buNone/>
            </a:pPr>
            <a:r>
              <a:rPr sz="1600" b="1" spc="0">
                <a:solidFill>
                  <a:srgbClr val="FF0000"/>
                </a:solidFill>
                <a:sym typeface="+mn-ea"/>
              </a:rPr>
              <a:t>{</a:t>
            </a:r>
            <a:endParaRPr sz="1600" b="1" spc="0">
              <a:solidFill>
                <a:srgbClr val="FF0000"/>
              </a:solidFill>
              <a:sym typeface="+mn-ea"/>
            </a:endParaRPr>
          </a:p>
          <a:p>
            <a:pPr marL="0" indent="0" algn="l">
              <a:lnSpc>
                <a:spcPct val="110000"/>
              </a:lnSpc>
              <a:buClrTx/>
              <a:buSzTx/>
              <a:buNone/>
            </a:pPr>
            <a:r>
              <a:rPr sz="1600" b="1" spc="0">
                <a:solidFill>
                  <a:srgbClr val="FF0000"/>
                </a:solidFill>
                <a:sym typeface="+mn-ea"/>
              </a:rPr>
              <a:t>    g_cnd.wait(g_mtx);</a:t>
            </a:r>
            <a:endParaRPr sz="1600" b="1" spc="0">
              <a:solidFill>
                <a:srgbClr val="FF0000"/>
              </a:solidFill>
              <a:sym typeface="+mn-ea"/>
            </a:endParaRPr>
          </a:p>
          <a:p>
            <a:pPr marL="0" algn="l">
              <a:lnSpc>
                <a:spcPct val="150000"/>
              </a:lnSpc>
              <a:buClrTx/>
              <a:buSzTx/>
              <a:buNone/>
            </a:pPr>
            <a:r>
              <a:rPr sz="1600" b="1" spc="0">
                <a:solidFill>
                  <a:srgbClr val="FF0000"/>
                </a:solidFill>
                <a:sym typeface="+mn-ea"/>
              </a:rPr>
              <a:t>}</a:t>
            </a:r>
            <a:endParaRPr sz="1600" spc="0">
              <a:solidFill>
                <a:schemeClr val="tx1">
                  <a:lumMod val="65000"/>
                  <a:lumOff val="35000"/>
                </a:schemeClr>
              </a:solidFill>
              <a:sym typeface="+mn-ea"/>
            </a:endParaRPr>
          </a:p>
          <a:p>
            <a:pPr marL="0" indent="0" algn="l">
              <a:lnSpc>
                <a:spcPct val="150000"/>
              </a:lnSpc>
              <a:buClrTx/>
              <a:buSzTx/>
              <a:buNone/>
            </a:pPr>
            <a:r>
              <a:rPr sz="1600" spc="0">
                <a:solidFill>
                  <a:schemeClr val="tx1">
                    <a:lumMod val="65000"/>
                    <a:lumOff val="35000"/>
                  </a:schemeClr>
                </a:solidFill>
                <a:sym typeface="+mn-ea"/>
              </a:rPr>
              <a:t>还可以解决假醒的情况，假醒就是虚假唤醒，当线程被条件变量唤醒时，但此时共享资源并不满足线程继续执行的条件</a:t>
            </a:r>
            <a:endParaRPr sz="1600" spc="0">
              <a:solidFill>
                <a:schemeClr val="tx1">
                  <a:lumMod val="65000"/>
                  <a:lumOff val="35000"/>
                </a:schemeClr>
              </a:solidFill>
              <a:sym typeface="+mn-ea"/>
            </a:endParaRPr>
          </a:p>
          <a:p>
            <a:pPr marL="0" indent="0" algn="l">
              <a:lnSpc>
                <a:spcPct val="150000"/>
              </a:lnSpc>
              <a:buClrTx/>
              <a:buSzTx/>
              <a:buNone/>
            </a:pPr>
            <a:r>
              <a:rPr sz="1600" b="1" spc="0">
                <a:solidFill>
                  <a:srgbClr val="FF0000"/>
                </a:solidFill>
                <a:sym typeface="+mn-ea"/>
              </a:rPr>
              <a:t>多个线程都对一个队列取数据，当队列中没用数据时，线程都被阻塞，当有数据时，线程都被唤醒去数据。但是可能存在某个线程醒来，但是队列为空的情况。出现这种情况，是某个线程先把数据取走了。也就是 无论哪一个线程抢到了资源, 另一个线程的唤醒就可以被认为是没有必要的, 也就是被虚假唤醒了</a:t>
            </a:r>
            <a:endParaRPr sz="1600" b="1" spc="0">
              <a:solidFill>
                <a:srgbClr val="FF0000"/>
              </a:solidFill>
              <a:sym typeface="+mn-ea"/>
            </a:endParaRPr>
          </a:p>
        </p:txBody>
      </p:sp>
      <p:sp>
        <p:nvSpPr>
          <p:cNvPr id="2" name="文本框 1"/>
          <p:cNvSpPr txBox="1"/>
          <p:nvPr>
            <p:custDataLst>
              <p:tags r:id="rId2"/>
            </p:custDataLst>
          </p:nvPr>
        </p:nvSpPr>
        <p:spPr>
          <a:xfrm>
            <a:off x="457200" y="496570"/>
            <a:ext cx="8061325" cy="506730"/>
          </a:xfrm>
          <a:prstGeom prst="rect">
            <a:avLst/>
          </a:prstGeom>
          <a:noFill/>
        </p:spPr>
        <p:txBody>
          <a:bodyPr wrap="square" rtlCol="0">
            <a:spAutoFit/>
          </a:bodyPr>
          <a:p>
            <a:pPr marL="0" indent="0">
              <a:buNone/>
            </a:pPr>
            <a:r>
              <a:rPr lang="zh-CN" sz="2700" b="1" dirty="0">
                <a:latin typeface="微软雅黑" panose="020B0503020204020204" charset="-122"/>
                <a:cs typeface="微软雅黑" panose="020B0503020204020204" charset="-122"/>
                <a:sym typeface="+mn-ea"/>
              </a:rPr>
              <a:t>错过信号及假醒</a:t>
            </a:r>
            <a:endParaRPr lang="zh-CN" sz="2700" b="1" dirty="0">
              <a:latin typeface="微软雅黑" panose="020B0503020204020204" charset="-122"/>
              <a:cs typeface="微软雅黑" panose="020B0503020204020204" charset="-122"/>
              <a:sym typeface="+mn-ea"/>
            </a:endParaRPr>
          </a:p>
        </p:txBody>
      </p:sp>
    </p:spTree>
    <p:custDataLst>
      <p:tags r:id="rId3"/>
    </p:custDataLst>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custDataLst>
              <p:tags r:id="rId1"/>
            </p:custDataLst>
          </p:nvPr>
        </p:nvSpPr>
        <p:spPr>
          <a:xfrm>
            <a:off x="457200" y="1003300"/>
            <a:ext cx="8528050" cy="5680075"/>
          </a:xfrm>
        </p:spPr>
        <p:txBody>
          <a:bodyPr>
            <a:normAutofit lnSpcReduction="20000"/>
          </a:bodyPr>
          <a:lstStyle/>
          <a:p>
            <a:pPr marL="0" indent="0" algn="l">
              <a:lnSpc>
                <a:spcPct val="150000"/>
              </a:lnSpc>
              <a:buClrTx/>
              <a:buSzTx/>
              <a:buNone/>
            </a:pPr>
            <a:endParaRPr lang="en-US" altLang="zh-CN" sz="1600" spc="0">
              <a:solidFill>
                <a:schemeClr val="tx1">
                  <a:lumMod val="65000"/>
                  <a:lumOff val="35000"/>
                </a:schemeClr>
              </a:solidFill>
              <a:sym typeface="+mn-ea"/>
            </a:endParaRPr>
          </a:p>
          <a:p>
            <a:pPr algn="l">
              <a:lnSpc>
                <a:spcPct val="150000"/>
              </a:lnSpc>
              <a:buClrTx/>
              <a:buSzTx/>
            </a:pPr>
            <a:r>
              <a:rPr sz="1600" spc="0">
                <a:solidFill>
                  <a:schemeClr val="tx1">
                    <a:lumMod val="65000"/>
                    <a:lumOff val="35000"/>
                  </a:schemeClr>
                </a:solidFill>
                <a:sym typeface="+mn-ea"/>
              </a:rPr>
              <a:t>条件变量的使用</a:t>
            </a:r>
            <a:endParaRPr lang="en-US" altLang="zh-CN" sz="1600" spc="0">
              <a:solidFill>
                <a:schemeClr val="tx1">
                  <a:lumMod val="65000"/>
                  <a:lumOff val="35000"/>
                </a:schemeClr>
              </a:solidFill>
              <a:sym typeface="+mn-ea"/>
            </a:endParaRPr>
          </a:p>
          <a:p>
            <a:pPr marL="0" indent="0" algn="l">
              <a:lnSpc>
                <a:spcPct val="150000"/>
              </a:lnSpc>
              <a:buClrTx/>
              <a:buSzTx/>
              <a:buNone/>
            </a:pPr>
            <a:r>
              <a:rPr sz="1600" b="1" spc="0">
                <a:solidFill>
                  <a:srgbClr val="FF0000"/>
                </a:solidFill>
                <a:sym typeface="+mn-ea"/>
              </a:rPr>
              <a:t>有意修改共享资源的线程必须</a:t>
            </a:r>
            <a:endParaRPr sz="1600" b="1" spc="0" dirty="0">
              <a:solidFill>
                <a:srgbClr val="FF0000"/>
              </a:solidFill>
              <a:sym typeface="+mn-ea"/>
            </a:endParaRPr>
          </a:p>
          <a:p>
            <a:pPr algn="l">
              <a:lnSpc>
                <a:spcPct val="150000"/>
              </a:lnSpc>
              <a:buClrTx/>
              <a:buSzTx/>
              <a:buNone/>
            </a:pPr>
            <a:r>
              <a:rPr sz="1600" b="1" spc="0">
                <a:solidFill>
                  <a:srgbClr val="FF0000"/>
                </a:solidFill>
                <a:sym typeface="+mn-ea"/>
              </a:rPr>
              <a:t>1. 获得锁(lock_guard)</a:t>
            </a:r>
            <a:endParaRPr sz="1600" b="1" spc="0" dirty="0">
              <a:solidFill>
                <a:srgbClr val="FF0000"/>
              </a:solidFill>
              <a:sym typeface="+mn-ea"/>
            </a:endParaRPr>
          </a:p>
          <a:p>
            <a:pPr algn="l">
              <a:lnSpc>
                <a:spcPct val="150000"/>
              </a:lnSpc>
              <a:buClrTx/>
              <a:buSzTx/>
              <a:buNone/>
            </a:pPr>
            <a:r>
              <a:rPr sz="1600" b="1" spc="0">
                <a:solidFill>
                  <a:srgbClr val="FF0000"/>
                </a:solidFill>
                <a:sym typeface="+mn-ea"/>
              </a:rPr>
              <a:t>2. 在保有锁时对共享资源进行修改</a:t>
            </a:r>
            <a:endParaRPr sz="1600" b="1" spc="0" dirty="0">
              <a:solidFill>
                <a:srgbClr val="FF0000"/>
              </a:solidFill>
              <a:sym typeface="+mn-ea"/>
            </a:endParaRPr>
          </a:p>
          <a:p>
            <a:pPr algn="l">
              <a:lnSpc>
                <a:spcPct val="150000"/>
              </a:lnSpc>
              <a:buClrTx/>
              <a:buSzTx/>
              <a:buNone/>
            </a:pPr>
            <a:r>
              <a:rPr sz="1600" b="1" spc="0">
                <a:solidFill>
                  <a:srgbClr val="FF0000"/>
                </a:solidFill>
                <a:sym typeface="+mn-ea"/>
              </a:rPr>
              <a:t>3. 释放锁，通知其它线程(std::condition_variable 上执行 notify_one 或 notify_all) </a:t>
            </a:r>
            <a:endParaRPr sz="1600" b="1" spc="0" dirty="0">
              <a:solidFill>
                <a:srgbClr val="FF0000"/>
              </a:solidFill>
              <a:sym typeface="+mn-ea"/>
            </a:endParaRPr>
          </a:p>
          <a:p>
            <a:pPr marL="0" indent="0" algn="l">
              <a:lnSpc>
                <a:spcPct val="150000"/>
              </a:lnSpc>
              <a:buClrTx/>
              <a:buSzTx/>
              <a:buNone/>
            </a:pPr>
            <a:endParaRPr sz="1600" b="1" spc="0" dirty="0">
              <a:solidFill>
                <a:srgbClr val="FF0000"/>
              </a:solidFill>
              <a:sym typeface="+mn-ea"/>
            </a:endParaRPr>
          </a:p>
        </p:txBody>
      </p:sp>
      <p:sp>
        <p:nvSpPr>
          <p:cNvPr id="2" name="文本框 1"/>
          <p:cNvSpPr txBox="1"/>
          <p:nvPr>
            <p:custDataLst>
              <p:tags r:id="rId2"/>
            </p:custDataLst>
          </p:nvPr>
        </p:nvSpPr>
        <p:spPr>
          <a:xfrm>
            <a:off x="457200" y="496570"/>
            <a:ext cx="8061325" cy="506730"/>
          </a:xfrm>
          <a:prstGeom prst="rect">
            <a:avLst/>
          </a:prstGeom>
          <a:noFill/>
        </p:spPr>
        <p:txBody>
          <a:bodyPr wrap="square" rtlCol="0">
            <a:spAutoFit/>
          </a:bodyPr>
          <a:p>
            <a:pPr marL="0" indent="0">
              <a:buNone/>
            </a:pPr>
            <a:r>
              <a:rPr lang="zh-CN" sz="2700" b="1" dirty="0">
                <a:latin typeface="微软雅黑" panose="020B0503020204020204" charset="-122"/>
                <a:cs typeface="微软雅黑" panose="020B0503020204020204" charset="-122"/>
                <a:sym typeface="+mn-ea"/>
              </a:rPr>
              <a:t>用法总结</a:t>
            </a:r>
            <a:endParaRPr lang="zh-CN" sz="2700" b="1" dirty="0">
              <a:latin typeface="微软雅黑" panose="020B0503020204020204" charset="-122"/>
              <a:cs typeface="微软雅黑" panose="020B0503020204020204" charset="-122"/>
              <a:sym typeface="+mn-ea"/>
            </a:endParaRPr>
          </a:p>
        </p:txBody>
      </p:sp>
    </p:spTree>
    <p:custDataLst>
      <p:tags r:id="rId3"/>
    </p:custDataLst>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custDataLst>
              <p:tags r:id="rId1"/>
            </p:custDataLst>
          </p:nvPr>
        </p:nvSpPr>
        <p:spPr>
          <a:xfrm>
            <a:off x="457200" y="675640"/>
            <a:ext cx="8422005" cy="5493385"/>
          </a:xfrm>
        </p:spPr>
        <p:txBody>
          <a:bodyPr>
            <a:normAutofit/>
          </a:bodyPr>
          <a:lstStyle/>
          <a:p>
            <a:pPr marL="0" indent="0" algn="l">
              <a:lnSpc>
                <a:spcPct val="150000"/>
              </a:lnSpc>
              <a:buClrTx/>
              <a:buSzTx/>
              <a:buNone/>
            </a:pPr>
            <a:endParaRPr sz="2000" spc="0">
              <a:solidFill>
                <a:schemeClr val="tx1">
                  <a:lumMod val="65000"/>
                  <a:lumOff val="35000"/>
                </a:schemeClr>
              </a:solidFill>
              <a:sym typeface="+mn-ea"/>
            </a:endParaRPr>
          </a:p>
          <a:p>
            <a:pPr marL="0" indent="0" algn="l">
              <a:lnSpc>
                <a:spcPct val="150000"/>
              </a:lnSpc>
              <a:buClrTx/>
              <a:buSzTx/>
              <a:buNone/>
            </a:pPr>
            <a:r>
              <a:rPr sz="1600" b="1" spc="0">
                <a:solidFill>
                  <a:srgbClr val="FF0000"/>
                </a:solidFill>
                <a:sym typeface="+mn-ea"/>
              </a:rPr>
              <a:t>任何有意在 std::condition_variable 上等待的线程必须</a:t>
            </a:r>
            <a:endParaRPr sz="1600" b="1" spc="0" dirty="0">
              <a:solidFill>
                <a:srgbClr val="FF0000"/>
              </a:solidFill>
              <a:sym typeface="+mn-ea"/>
            </a:endParaRPr>
          </a:p>
          <a:p>
            <a:pPr algn="l">
              <a:lnSpc>
                <a:spcPct val="150000"/>
              </a:lnSpc>
              <a:buClrTx/>
              <a:buSzTx/>
              <a:buNone/>
            </a:pPr>
            <a:r>
              <a:rPr sz="1600" b="1" spc="0">
                <a:solidFill>
                  <a:srgbClr val="FF0000"/>
                </a:solidFill>
                <a:sym typeface="+mn-ea"/>
              </a:rPr>
              <a:t>1. 获得锁(unique_lock) ，在与用于保护共享资源者相同的互斥上</a:t>
            </a:r>
            <a:endParaRPr sz="1600" b="1" spc="0" dirty="0">
              <a:solidFill>
                <a:srgbClr val="FF0000"/>
              </a:solidFill>
              <a:sym typeface="+mn-ea"/>
            </a:endParaRPr>
          </a:p>
          <a:p>
            <a:pPr algn="l">
              <a:lnSpc>
                <a:spcPct val="150000"/>
              </a:lnSpc>
              <a:buClrTx/>
              <a:buSzTx/>
              <a:buNone/>
            </a:pPr>
            <a:r>
              <a:rPr sz="1600" b="1" spc="0">
                <a:solidFill>
                  <a:srgbClr val="FF0000"/>
                </a:solidFill>
                <a:sym typeface="+mn-ea"/>
              </a:rPr>
              <a:t>2. 执行等待(condition_variable的wait方法)，等待操作自动释放互斥，并悬挂线程的执行。</a:t>
            </a:r>
            <a:endParaRPr sz="1600" b="1" spc="0" dirty="0">
              <a:solidFill>
                <a:srgbClr val="FF0000"/>
              </a:solidFill>
              <a:sym typeface="+mn-ea"/>
            </a:endParaRPr>
          </a:p>
          <a:p>
            <a:pPr algn="l">
              <a:lnSpc>
                <a:spcPct val="150000"/>
              </a:lnSpc>
              <a:buClrTx/>
              <a:buSzTx/>
              <a:buNone/>
            </a:pPr>
            <a:r>
              <a:rPr sz="1600" b="1" spc="0">
                <a:solidFill>
                  <a:srgbClr val="FF0000"/>
                </a:solidFill>
                <a:sym typeface="+mn-ea"/>
              </a:rPr>
              <a:t>3. 被通知时，时限消失或虚假唤醒发生，线程被唤醒，且自动重获得互斥。之后线程应检查条件，若唤醒是虚假的，则继续等待(condition_variable的wait方法)</a:t>
            </a:r>
            <a:endParaRPr sz="1600" b="1" spc="0">
              <a:solidFill>
                <a:srgbClr val="FF0000"/>
              </a:solidFill>
              <a:sym typeface="+mn-ea"/>
            </a:endParaRPr>
          </a:p>
          <a:p>
            <a:pPr algn="dist">
              <a:lnSpc>
                <a:spcPct val="150000"/>
              </a:lnSpc>
              <a:buClrTx/>
              <a:buSzTx/>
              <a:buNone/>
            </a:pPr>
            <a:endParaRPr sz="1600" b="1" spc="0" dirty="0">
              <a:solidFill>
                <a:schemeClr val="tx1"/>
              </a:solidFill>
              <a:sym typeface="+mn-ea"/>
            </a:endParaRPr>
          </a:p>
          <a:p>
            <a:pPr marL="0" algn="l">
              <a:lnSpc>
                <a:spcPct val="150000"/>
              </a:lnSpc>
              <a:buClrTx/>
              <a:buSzTx/>
              <a:buNone/>
            </a:pPr>
            <a:r>
              <a:rPr sz="1600" b="1" spc="0" dirty="0">
                <a:solidFill>
                  <a:schemeClr val="tx1">
                    <a:lumMod val="65000"/>
                    <a:lumOff val="35000"/>
                  </a:schemeClr>
                </a:solidFill>
                <a:sym typeface="+mn-ea"/>
              </a:rPr>
              <a:t>条件变量通常会配合一个检查条件使用，循环检查该条件，以防止"假醒"。通过wait方法配合lambda表达式可以很方便的实现(形参是一个调用对象，不限于lambda表达式)</a:t>
            </a:r>
            <a:endParaRPr sz="1600" b="1" spc="0" dirty="0">
              <a:solidFill>
                <a:schemeClr val="tx1">
                  <a:lumMod val="65000"/>
                  <a:lumOff val="35000"/>
                </a:schemeClr>
              </a:solidFill>
              <a:sym typeface="+mn-ea"/>
            </a:endParaRPr>
          </a:p>
        </p:txBody>
      </p:sp>
    </p:spTree>
    <p:custDataLst>
      <p:tags r:id="rId2"/>
    </p:custDataLst>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Text Box 3"/>
          <p:cNvSpPr>
            <a:spLocks noChangeArrowheads="1"/>
          </p:cNvSpPr>
          <p:nvPr>
            <p:custDataLst>
              <p:tags r:id="rId1"/>
            </p:custDataLst>
          </p:nvPr>
        </p:nvSpPr>
        <p:spPr bwMode="auto">
          <a:xfrm>
            <a:off x="1506031" y="3162185"/>
            <a:ext cx="3978910" cy="748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none" anchor="ctr">
            <a:spAutoFit/>
          </a:bodyPr>
          <a:lstStyle/>
          <a:p>
            <a:pPr algn="r"/>
            <a:r>
              <a:rPr lang="zh-CN" altLang="en-US" sz="4270" b="1" dirty="0">
                <a:solidFill>
                  <a:schemeClr val="accent5">
                    <a:lumMod val="75000"/>
                  </a:schemeClr>
                </a:solidFill>
                <a:latin typeface="Arial" panose="020B0604020202020204" pitchFamily="34" charset="0"/>
                <a:ea typeface="微软雅黑" panose="020B0503020204020204" charset="-122"/>
                <a:sym typeface="+mn-ea"/>
              </a:rPr>
              <a:t>更高层次的抽象</a:t>
            </a:r>
            <a:endParaRPr lang="zh-CN" altLang="en-US" sz="4270" b="1" dirty="0">
              <a:solidFill>
                <a:schemeClr val="accent5">
                  <a:lumMod val="75000"/>
                </a:schemeClr>
              </a:solidFill>
              <a:latin typeface="Arial" panose="020B0604020202020204" pitchFamily="34" charset="0"/>
              <a:ea typeface="微软雅黑" panose="020B0503020204020204" charset="-122"/>
              <a:sym typeface="+mn-ea"/>
            </a:endParaRPr>
          </a:p>
        </p:txBody>
      </p:sp>
      <p:sp>
        <p:nvSpPr>
          <p:cNvPr id="5124" name="淘宝网chenying0907出品 10"/>
          <p:cNvSpPr>
            <a:spLocks noChangeArrowheads="1"/>
          </p:cNvSpPr>
          <p:nvPr>
            <p:custDataLst>
              <p:tags r:id="rId2"/>
            </p:custDataLst>
          </p:nvPr>
        </p:nvSpPr>
        <p:spPr bwMode="auto">
          <a:xfrm>
            <a:off x="4094291" y="2649895"/>
            <a:ext cx="132588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r"/>
            <a:r>
              <a:rPr lang="zh-CN" altLang="en-US" dirty="0">
                <a:solidFill>
                  <a:schemeClr val="accent1"/>
                </a:solidFill>
                <a:latin typeface="Arial" panose="020B0604020202020204" pitchFamily="34" charset="0"/>
                <a:ea typeface="微软雅黑" panose="020B0503020204020204" charset="-122"/>
                <a:sym typeface="Arial" panose="020B0604020202020204" pitchFamily="34" charset="0"/>
              </a:rPr>
              <a:t>多线程编程</a:t>
            </a:r>
            <a:endParaRPr lang="zh-CN" altLang="en-US" dirty="0">
              <a:solidFill>
                <a:schemeClr val="accent1"/>
              </a:solidFill>
              <a:latin typeface="Arial" panose="020B0604020202020204" pitchFamily="34" charset="0"/>
              <a:ea typeface="微软雅黑" panose="020B0503020204020204" charset="-122"/>
              <a:sym typeface="Arial" panose="020B0604020202020204" pitchFamily="34" charset="0"/>
            </a:endParaRPr>
          </a:p>
        </p:txBody>
      </p:sp>
      <p:sp>
        <p:nvSpPr>
          <p:cNvPr id="5125" name="淘宝网chenying0907出品 11"/>
          <p:cNvSpPr>
            <a:spLocks noChangeShapeType="1"/>
          </p:cNvSpPr>
          <p:nvPr>
            <p:custDataLst>
              <p:tags r:id="rId3"/>
            </p:custDataLst>
          </p:nvPr>
        </p:nvSpPr>
        <p:spPr bwMode="auto">
          <a:xfrm>
            <a:off x="1505825" y="2960613"/>
            <a:ext cx="3914345" cy="1191"/>
          </a:xfrm>
          <a:prstGeom prst="line">
            <a:avLst/>
          </a:prstGeom>
          <a:noFill/>
          <a:ln w="6350" cap="flat" cmpd="sng">
            <a:solidFill>
              <a:schemeClr val="accent1"/>
            </a:solidFill>
            <a:bevel/>
          </a:ln>
          <a:extLst>
            <a:ext uri="{909E8E84-426E-40DD-AFC4-6F175D3DCCD1}">
              <a14:hiddenFill xmlns:a14="http://schemas.microsoft.com/office/drawing/2010/main">
                <a:noFill/>
              </a14:hiddenFill>
            </a:ext>
          </a:extLst>
        </p:spPr>
        <p:txBody>
          <a:bodyPr/>
          <a:lstStyle/>
          <a:p>
            <a:endParaRPr lang="zh-CN" altLang="en-US" sz="1420">
              <a:solidFill>
                <a:schemeClr val="accent1"/>
              </a:solidFill>
              <a:latin typeface="Arial" panose="020B0604020202020204" pitchFamily="34" charset="0"/>
              <a:ea typeface="微软雅黑" panose="020B0503020204020204" charset="-122"/>
              <a:sym typeface="Arial" panose="020B0604020202020204" pitchFamily="34" charset="0"/>
            </a:endParaRPr>
          </a:p>
        </p:txBody>
      </p:sp>
      <p:sp>
        <p:nvSpPr>
          <p:cNvPr id="4" name="淘宝网chenying0907出品 11"/>
          <p:cNvSpPr>
            <a:spLocks noChangeShapeType="1"/>
          </p:cNvSpPr>
          <p:nvPr>
            <p:custDataLst>
              <p:tags r:id="rId4"/>
            </p:custDataLst>
          </p:nvPr>
        </p:nvSpPr>
        <p:spPr bwMode="auto">
          <a:xfrm>
            <a:off x="1501380" y="2960613"/>
            <a:ext cx="3914345" cy="1191"/>
          </a:xfrm>
          <a:prstGeom prst="line">
            <a:avLst/>
          </a:prstGeom>
          <a:noFill/>
          <a:ln w="6350" cap="flat" cmpd="sng">
            <a:solidFill>
              <a:schemeClr val="accent1"/>
            </a:solidFill>
            <a:bevel/>
          </a:ln>
          <a:extLst>
            <a:ext uri="{909E8E84-426E-40DD-AFC4-6F175D3DCCD1}">
              <a14:hiddenFill xmlns:a14="http://schemas.microsoft.com/office/drawing/2010/main">
                <a:noFill/>
              </a14:hiddenFill>
            </a:ext>
          </a:extLst>
        </p:spPr>
        <p:txBody>
          <a:bodyPr/>
          <a:lstStyle/>
          <a:p>
            <a:endParaRPr lang="zh-CN" altLang="en-US" sz="1420">
              <a:solidFill>
                <a:schemeClr val="accent1"/>
              </a:solidFill>
              <a:latin typeface="Arial" panose="020B0604020202020204" pitchFamily="34" charset="0"/>
              <a:ea typeface="微软雅黑" panose="020B0503020204020204" charset="-122"/>
              <a:sym typeface="Arial" panose="020B0604020202020204" pitchFamily="34" charset="0"/>
            </a:endParaRPr>
          </a:p>
        </p:txBody>
      </p:sp>
      <p:sp>
        <p:nvSpPr>
          <p:cNvPr id="5" name="Text Box 3"/>
          <p:cNvSpPr>
            <a:spLocks noChangeArrowheads="1"/>
          </p:cNvSpPr>
          <p:nvPr>
            <p:custDataLst>
              <p:tags r:id="rId5"/>
            </p:custDataLst>
          </p:nvPr>
        </p:nvSpPr>
        <p:spPr bwMode="auto">
          <a:xfrm>
            <a:off x="5540630" y="2294165"/>
            <a:ext cx="2183130" cy="227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none" anchor="ctr">
            <a:spAutoFit/>
          </a:bodyPr>
          <a:lstStyle/>
          <a:p>
            <a:r>
              <a:rPr lang="en-US" sz="14155" dirty="0">
                <a:solidFill>
                  <a:schemeClr val="accent5">
                    <a:lumMod val="75000"/>
                  </a:schemeClr>
                </a:solidFill>
                <a:latin typeface="Arial" panose="020B0604020202020204" pitchFamily="34" charset="0"/>
                <a:ea typeface="微软雅黑" panose="020B0503020204020204" charset="-122"/>
                <a:sym typeface="Arial" panose="020B0604020202020204" pitchFamily="34" charset="0"/>
              </a:rPr>
              <a:t>04</a:t>
            </a:r>
            <a:endParaRPr lang="en-US" altLang="en-US" sz="14155" b="1" dirty="0">
              <a:solidFill>
                <a:schemeClr val="accent5">
                  <a:lumMod val="75000"/>
                </a:schemeClr>
              </a:solidFill>
              <a:latin typeface="Arial" panose="020B0604020202020204" pitchFamily="34" charset="0"/>
              <a:ea typeface="微软雅黑" panose="020B0503020204020204" charset="-122"/>
              <a:sym typeface="Arial" panose="020B0604020202020204" pitchFamily="34" charset="0"/>
            </a:endParaRPr>
          </a:p>
        </p:txBody>
      </p:sp>
    </p:spTree>
    <p:custDataLst>
      <p:tags r:id="rId6"/>
    </p:custDataLst>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custDataLst>
              <p:tags r:id="rId1"/>
            </p:custDataLst>
          </p:nvPr>
        </p:nvSpPr>
        <p:spPr>
          <a:xfrm>
            <a:off x="457200" y="1091565"/>
            <a:ext cx="8061325" cy="4674870"/>
          </a:xfrm>
        </p:spPr>
        <p:txBody>
          <a:bodyPr>
            <a:normAutofit/>
          </a:bodyPr>
          <a:lstStyle/>
          <a:p>
            <a:pPr marL="0" indent="0">
              <a:lnSpc>
                <a:spcPct val="150000"/>
              </a:lnSpc>
              <a:buNone/>
            </a:pPr>
            <a:endParaRPr sz="1600" spc="0" dirty="0">
              <a:solidFill>
                <a:schemeClr val="tx1">
                  <a:lumMod val="65000"/>
                  <a:lumOff val="35000"/>
                </a:schemeClr>
              </a:solidFill>
              <a:sym typeface="+mn-ea"/>
            </a:endParaRPr>
          </a:p>
          <a:p>
            <a:pPr marL="0" indent="0">
              <a:lnSpc>
                <a:spcPct val="150000"/>
              </a:lnSpc>
              <a:buNone/>
            </a:pPr>
            <a:r>
              <a:rPr sz="1600" spc="0" dirty="0">
                <a:solidFill>
                  <a:schemeClr val="tx1">
                    <a:lumMod val="65000"/>
                    <a:lumOff val="35000"/>
                  </a:schemeClr>
                </a:solidFill>
                <a:sym typeface="+mn-ea"/>
              </a:rPr>
              <a:t>thread 库对OS 线程系列API的封装，可以非常方便地使用线程，互斥量，条件变量。但是直接使用thread库中的互斥量，条件变量来实现线程的同步或协作，还是属于底层的抽象，比如两个线程thread1,thread2间的协作，两个线程间共享一个变量，thread2需要等待thread1将变量设置成某一个值，才继续运行。此时需要用到互斥量，条件变量。其实，在实现思路是比较简单的，但是实现上还是比较复杂。</a:t>
            </a:r>
            <a:endParaRPr sz="1600" spc="0" dirty="0">
              <a:solidFill>
                <a:schemeClr val="tx1">
                  <a:lumMod val="65000"/>
                  <a:lumOff val="35000"/>
                </a:schemeClr>
              </a:solidFill>
              <a:sym typeface="+mn-ea"/>
            </a:endParaRPr>
          </a:p>
          <a:p>
            <a:pPr marL="0" indent="0">
              <a:lnSpc>
                <a:spcPct val="150000"/>
              </a:lnSpc>
              <a:buNone/>
            </a:pPr>
            <a:endParaRPr sz="1600" spc="0" dirty="0">
              <a:solidFill>
                <a:schemeClr val="tx1">
                  <a:lumMod val="65000"/>
                  <a:lumOff val="35000"/>
                </a:schemeClr>
              </a:solidFill>
              <a:sym typeface="+mn-ea"/>
            </a:endParaRPr>
          </a:p>
          <a:p>
            <a:pPr marL="0" indent="0">
              <a:lnSpc>
                <a:spcPct val="150000"/>
              </a:lnSpc>
              <a:buNone/>
            </a:pPr>
            <a:r>
              <a:rPr sz="1600" b="1" spc="0" dirty="0">
                <a:solidFill>
                  <a:srgbClr val="FF0000"/>
                </a:solidFill>
                <a:sym typeface="+mn-ea"/>
              </a:rPr>
              <a:t>tread库提供了更高的抽象封装std::future,std::promise,std::package_task</a:t>
            </a:r>
            <a:endParaRPr sz="1600" b="1" spc="0" dirty="0">
              <a:solidFill>
                <a:srgbClr val="FF0000"/>
              </a:solidFill>
              <a:sym typeface="+mn-ea"/>
            </a:endParaRPr>
          </a:p>
          <a:p>
            <a:pPr marL="0" indent="0">
              <a:lnSpc>
                <a:spcPct val="150000"/>
              </a:lnSpc>
              <a:buNone/>
            </a:pPr>
            <a:endParaRPr sz="1600" b="1" spc="0" dirty="0">
              <a:solidFill>
                <a:srgbClr val="FF0000"/>
              </a:solidFill>
              <a:sym typeface="+mn-ea"/>
            </a:endParaRPr>
          </a:p>
        </p:txBody>
      </p:sp>
      <p:sp>
        <p:nvSpPr>
          <p:cNvPr id="2" name="文本框 1"/>
          <p:cNvSpPr txBox="1"/>
          <p:nvPr>
            <p:custDataLst>
              <p:tags r:id="rId2"/>
            </p:custDataLst>
          </p:nvPr>
        </p:nvSpPr>
        <p:spPr>
          <a:xfrm>
            <a:off x="457200" y="496570"/>
            <a:ext cx="8061325" cy="506730"/>
          </a:xfrm>
          <a:prstGeom prst="rect">
            <a:avLst/>
          </a:prstGeom>
          <a:noFill/>
        </p:spPr>
        <p:txBody>
          <a:bodyPr wrap="square" rtlCol="0">
            <a:spAutoFit/>
          </a:bodyPr>
          <a:p>
            <a:pPr marL="0" indent="0">
              <a:buNone/>
            </a:pPr>
            <a:r>
              <a:rPr lang="en-US" sz="2700" b="1" dirty="0" err="1">
                <a:latin typeface="微软雅黑" panose="020B0503020204020204" charset="-122"/>
                <a:cs typeface="微软雅黑" panose="020B0503020204020204" charset="-122"/>
                <a:sym typeface="+mn-ea"/>
              </a:rPr>
              <a:t>thread</a:t>
            </a:r>
            <a:r>
              <a:rPr lang="zh-CN" altLang="en-US" sz="2700" b="1" dirty="0" err="1">
                <a:latin typeface="微软雅黑" panose="020B0503020204020204" charset="-122"/>
                <a:cs typeface="微软雅黑" panose="020B0503020204020204" charset="-122"/>
                <a:sym typeface="+mn-ea"/>
              </a:rPr>
              <a:t>库提供的更高层次的抽象</a:t>
            </a:r>
            <a:endParaRPr lang="zh-CN" altLang="en-US" sz="2700" b="1" dirty="0" err="1">
              <a:latin typeface="微软雅黑" panose="020B0503020204020204" charset="-122"/>
              <a:cs typeface="微软雅黑" panose="020B0503020204020204" charset="-122"/>
              <a:sym typeface="+mn-ea"/>
            </a:endParaRPr>
          </a:p>
        </p:txBody>
      </p:sp>
      <mc:AlternateContent xmlns:mc="http://schemas.openxmlformats.org/markup-compatibility/2006" xmlns:p14="http://schemas.microsoft.com/office/powerpoint/2010/main">
        <mc:Choice Requires="p14">
          <p:contentPart r:id="rId3" p14:bwMode="auto">
            <p14:nvContentPartPr>
              <p14:cNvPr id="7" name="墨迹 6"/>
              <p14:cNvContentPartPr/>
              <p14:nvPr>
                <p:custDataLst>
                  <p:tags r:id="rId4"/>
                </p:custDataLst>
              </p14:nvPr>
            </p14:nvContentPartPr>
            <p14:xfrm>
              <a:off x="10020300" y="6604000"/>
              <a:ext cx="12700" cy="360"/>
            </p14:xfrm>
          </p:contentPart>
        </mc:Choice>
        <mc:Fallback xmlns="">
          <p:pic>
            <p:nvPicPr>
              <p:cNvPr id="7" name="墨迹 6"/>
            </p:nvPicPr>
            <p:blipFill>
              <a:blip r:embed="rId5"/>
            </p:blipFill>
            <p:spPr>
              <a:xfrm>
                <a:off x="10020300" y="6604000"/>
                <a:ext cx="12700" cy="360"/>
              </a:xfrm>
              <a:prstGeom prst="rect"/>
            </p:spPr>
          </p:pic>
        </mc:Fallback>
      </mc:AlternateContent>
    </p:spTree>
    <p:custDataLst>
      <p:tags r:id="rId6"/>
    </p:custDataLst>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custDataLst>
              <p:tags r:id="rId1"/>
            </p:custDataLst>
          </p:nvPr>
        </p:nvSpPr>
        <p:spPr>
          <a:xfrm>
            <a:off x="457200" y="1328420"/>
            <a:ext cx="7947025" cy="5250815"/>
          </a:xfrm>
        </p:spPr>
        <p:txBody>
          <a:bodyPr>
            <a:normAutofit lnSpcReduction="10000"/>
          </a:bodyPr>
          <a:lstStyle/>
          <a:p>
            <a:pPr marL="0" algn="l">
              <a:lnSpc>
                <a:spcPct val="150000"/>
              </a:lnSpc>
              <a:buClrTx/>
              <a:buSzTx/>
              <a:buNone/>
            </a:pPr>
            <a:r>
              <a:rPr sz="1600" spc="0" dirty="0">
                <a:solidFill>
                  <a:schemeClr val="tx1">
                    <a:lumMod val="65000"/>
                    <a:lumOff val="35000"/>
                  </a:schemeClr>
                </a:solidFill>
                <a:sym typeface="+mn-ea"/>
              </a:rPr>
              <a:t>它提供了一种机制可以获取异步操作的结果，因为一个异步操作的结果不能马上获取，只能在未来某个时候从某个地方获取。这个异步操作的结果是一个未来的期待值，所以被称为future，可以称它为未来量。</a:t>
            </a:r>
            <a:endParaRPr sz="1600" spc="0" dirty="0">
              <a:solidFill>
                <a:schemeClr val="tx1">
                  <a:lumMod val="65000"/>
                  <a:lumOff val="35000"/>
                </a:schemeClr>
              </a:solidFill>
              <a:sym typeface="+mn-ea"/>
            </a:endParaRPr>
          </a:p>
          <a:p>
            <a:pPr marL="0" algn="l">
              <a:lnSpc>
                <a:spcPct val="150000"/>
              </a:lnSpc>
              <a:buClrTx/>
              <a:buSzTx/>
              <a:buNone/>
            </a:pPr>
            <a:endParaRPr sz="1600" spc="0" dirty="0">
              <a:solidFill>
                <a:schemeClr val="tx1">
                  <a:lumMod val="65000"/>
                  <a:lumOff val="35000"/>
                </a:schemeClr>
              </a:solidFill>
              <a:sym typeface="+mn-ea"/>
            </a:endParaRPr>
          </a:p>
          <a:p>
            <a:pPr marL="114300" indent="-285750" algn="l">
              <a:lnSpc>
                <a:spcPct val="150000"/>
              </a:lnSpc>
              <a:buClrTx/>
              <a:buSzTx/>
            </a:pPr>
            <a:r>
              <a:rPr sz="1600" spc="0" dirty="0">
                <a:solidFill>
                  <a:schemeClr val="tx1">
                    <a:lumMod val="65000"/>
                    <a:lumOff val="35000"/>
                  </a:schemeClr>
                </a:solidFill>
                <a:sym typeface="+mn-ea"/>
              </a:rPr>
              <a:t>std::future 通常结合std::promise，std::package_task，std::async 使用</a:t>
            </a:r>
            <a:endParaRPr sz="1600" spc="0" dirty="0">
              <a:solidFill>
                <a:schemeClr val="tx1">
                  <a:lumMod val="65000"/>
                  <a:lumOff val="35000"/>
                </a:schemeClr>
              </a:solidFill>
              <a:sym typeface="+mn-ea"/>
            </a:endParaRPr>
          </a:p>
          <a:p>
            <a:pPr marL="114300" indent="-285750" algn="l">
              <a:lnSpc>
                <a:spcPct val="150000"/>
              </a:lnSpc>
              <a:buClrTx/>
              <a:buSzTx/>
            </a:pPr>
            <a:r>
              <a:rPr sz="1600" spc="0" dirty="0">
                <a:solidFill>
                  <a:schemeClr val="tx1">
                    <a:lumMod val="65000"/>
                    <a:lumOff val="35000"/>
                  </a:schemeClr>
                </a:solidFill>
                <a:sym typeface="+mn-ea"/>
              </a:rPr>
              <a:t>std::future是一个类模版，模版参数需要传入一个类型</a:t>
            </a:r>
            <a:endParaRPr lang="en-US" altLang="zh-CN" sz="1600" spc="0" dirty="0">
              <a:solidFill>
                <a:srgbClr val="FF0000"/>
              </a:solidFill>
              <a:sym typeface="+mn-ea"/>
            </a:endParaRPr>
          </a:p>
        </p:txBody>
      </p:sp>
      <p:sp>
        <p:nvSpPr>
          <p:cNvPr id="2" name="文本框 1"/>
          <p:cNvSpPr txBox="1"/>
          <p:nvPr>
            <p:custDataLst>
              <p:tags r:id="rId2"/>
            </p:custDataLst>
          </p:nvPr>
        </p:nvSpPr>
        <p:spPr>
          <a:xfrm>
            <a:off x="457200" y="496570"/>
            <a:ext cx="8061325" cy="506730"/>
          </a:xfrm>
          <a:prstGeom prst="rect">
            <a:avLst/>
          </a:prstGeom>
          <a:noFill/>
        </p:spPr>
        <p:txBody>
          <a:bodyPr wrap="square" rtlCol="0">
            <a:spAutoFit/>
          </a:bodyPr>
          <a:p>
            <a:pPr marL="0" indent="0">
              <a:buNone/>
            </a:pPr>
            <a:r>
              <a:rPr lang="en-US" sz="2700" b="1" dirty="0">
                <a:latin typeface="微软雅黑" panose="020B0503020204020204" charset="-122"/>
                <a:cs typeface="微软雅黑" panose="020B0503020204020204" charset="-122"/>
                <a:sym typeface="+mn-ea"/>
              </a:rPr>
              <a:t>future </a:t>
            </a:r>
            <a:r>
              <a:rPr lang="zh-CN" altLang="en-US" sz="2700" b="1" dirty="0">
                <a:latin typeface="微软雅黑" panose="020B0503020204020204" charset="-122"/>
                <a:cs typeface="微软雅黑" panose="020B0503020204020204" charset="-122"/>
                <a:sym typeface="+mn-ea"/>
              </a:rPr>
              <a:t>未来量</a:t>
            </a:r>
            <a:endParaRPr lang="zh-CN" altLang="en-US" sz="2700" b="1" dirty="0">
              <a:latin typeface="微软雅黑" panose="020B0503020204020204" charset="-122"/>
              <a:cs typeface="微软雅黑" panose="020B0503020204020204" charset="-122"/>
              <a:sym typeface="+mn-ea"/>
            </a:endParaRPr>
          </a:p>
        </p:txBody>
      </p:sp>
    </p:spTree>
    <p:custDataLst>
      <p:tags r:id="rId3"/>
    </p:custDataLst>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custDataLst>
              <p:tags r:id="rId1"/>
            </p:custDataLst>
          </p:nvPr>
        </p:nvSpPr>
        <p:spPr>
          <a:xfrm>
            <a:off x="457200" y="1479550"/>
            <a:ext cx="8061325" cy="5099685"/>
          </a:xfrm>
        </p:spPr>
        <p:txBody>
          <a:bodyPr>
            <a:normAutofit lnSpcReduction="10000"/>
          </a:bodyPr>
          <a:lstStyle/>
          <a:p>
            <a:pPr marL="0" algn="l">
              <a:lnSpc>
                <a:spcPct val="150000"/>
              </a:lnSpc>
              <a:buClrTx/>
              <a:buSzTx/>
              <a:buNone/>
            </a:pPr>
            <a:r>
              <a:rPr sz="1600" spc="0" dirty="0">
                <a:solidFill>
                  <a:schemeClr val="tx1">
                    <a:lumMod val="65000"/>
                    <a:lumOff val="35000"/>
                  </a:schemeClr>
                </a:solidFill>
                <a:sym typeface="+mn-ea"/>
              </a:rPr>
              <a:t>称之为</a:t>
            </a:r>
            <a:r>
              <a:rPr sz="1600" b="1" spc="0" dirty="0">
                <a:solidFill>
                  <a:schemeClr val="tx1">
                    <a:lumMod val="65000"/>
                    <a:lumOff val="35000"/>
                  </a:schemeClr>
                </a:solidFill>
                <a:sym typeface="+mn-ea"/>
              </a:rPr>
              <a:t>承诺量</a:t>
            </a:r>
            <a:r>
              <a:rPr sz="1600" spc="0" dirty="0">
                <a:solidFill>
                  <a:schemeClr val="tx1">
                    <a:lumMod val="65000"/>
                    <a:lumOff val="35000"/>
                  </a:schemeClr>
                </a:solidFill>
                <a:sym typeface="+mn-ea"/>
              </a:rPr>
              <a:t>，它结合std::future一起使用(</a:t>
            </a:r>
            <a:r>
              <a:rPr sz="1600" b="1" spc="0" dirty="0">
                <a:solidFill>
                  <a:schemeClr val="tx1">
                    <a:lumMod val="65000"/>
                    <a:lumOff val="35000"/>
                  </a:schemeClr>
                </a:solidFill>
                <a:sym typeface="+mn-ea"/>
              </a:rPr>
              <a:t>给予承诺，在未来某个时刻获取</a:t>
            </a:r>
            <a:r>
              <a:rPr sz="1600" spc="0" dirty="0">
                <a:solidFill>
                  <a:schemeClr val="tx1">
                    <a:lumMod val="65000"/>
                    <a:lumOff val="35000"/>
                  </a:schemeClr>
                </a:solidFill>
                <a:sym typeface="+mn-ea"/>
              </a:rPr>
              <a:t>)。与futrue结合时相当与建立一个线程间的通道：一边往promise里放东西(set_value)，一边取去东西(通过futrue的get方法)。</a:t>
            </a:r>
            <a:endParaRPr sz="1600" spc="0" dirty="0">
              <a:solidFill>
                <a:schemeClr val="tx1">
                  <a:lumMod val="65000"/>
                  <a:lumOff val="35000"/>
                </a:schemeClr>
              </a:solidFill>
              <a:sym typeface="+mn-ea"/>
            </a:endParaRPr>
          </a:p>
          <a:p>
            <a:pPr marL="0" algn="l">
              <a:lnSpc>
                <a:spcPct val="150000"/>
              </a:lnSpc>
              <a:buClrTx/>
              <a:buSzTx/>
              <a:buNone/>
            </a:pPr>
            <a:endParaRPr sz="1600" spc="0" dirty="0">
              <a:solidFill>
                <a:schemeClr val="tx1">
                  <a:lumMod val="65000"/>
                  <a:lumOff val="35000"/>
                </a:schemeClr>
              </a:solidFill>
              <a:sym typeface="+mn-ea"/>
            </a:endParaRPr>
          </a:p>
          <a:p>
            <a:pPr marL="0" algn="l">
              <a:lnSpc>
                <a:spcPct val="150000"/>
              </a:lnSpc>
              <a:buClrTx/>
              <a:buSzTx/>
              <a:buNone/>
            </a:pPr>
            <a:r>
              <a:rPr sz="1600" spc="0" dirty="0">
                <a:solidFill>
                  <a:schemeClr val="tx1">
                    <a:lumMod val="65000"/>
                    <a:lumOff val="35000"/>
                  </a:schemeClr>
                </a:solidFill>
                <a:sym typeface="+mn-ea"/>
              </a:rPr>
              <a:t>std::promise也是一个类模版，模版参数需要传入一个类型。</a:t>
            </a:r>
            <a:r>
              <a:rPr sz="1600" b="1" spc="0" dirty="0">
                <a:solidFill>
                  <a:srgbClr val="FF0000"/>
                </a:solidFill>
                <a:sym typeface="+mn-ea"/>
              </a:rPr>
              <a:t>每个std::promise对象都关联了一个std::future对象。</a:t>
            </a:r>
            <a:endParaRPr sz="1600" b="1" spc="0" dirty="0">
              <a:solidFill>
                <a:srgbClr val="FF0000"/>
              </a:solidFill>
              <a:sym typeface="+mn-ea"/>
            </a:endParaRPr>
          </a:p>
        </p:txBody>
      </p:sp>
      <p:sp>
        <p:nvSpPr>
          <p:cNvPr id="2" name="文本框 1"/>
          <p:cNvSpPr txBox="1"/>
          <p:nvPr>
            <p:custDataLst>
              <p:tags r:id="rId2"/>
            </p:custDataLst>
          </p:nvPr>
        </p:nvSpPr>
        <p:spPr>
          <a:xfrm>
            <a:off x="457200" y="496570"/>
            <a:ext cx="8061325" cy="506730"/>
          </a:xfrm>
          <a:prstGeom prst="rect">
            <a:avLst/>
          </a:prstGeom>
          <a:noFill/>
        </p:spPr>
        <p:txBody>
          <a:bodyPr wrap="square" rtlCol="0">
            <a:spAutoFit/>
          </a:bodyPr>
          <a:p>
            <a:pPr marL="0" indent="0">
              <a:buNone/>
            </a:pPr>
            <a:r>
              <a:rPr lang="en-US" sz="2700" b="1" dirty="0">
                <a:latin typeface="微软雅黑" panose="020B0503020204020204" charset="-122"/>
                <a:cs typeface="微软雅黑" panose="020B0503020204020204" charset="-122"/>
                <a:sym typeface="+mn-ea"/>
              </a:rPr>
              <a:t>promise </a:t>
            </a:r>
            <a:r>
              <a:rPr lang="zh-CN" altLang="en-US" sz="2700" b="1" dirty="0">
                <a:latin typeface="微软雅黑" panose="020B0503020204020204" charset="-122"/>
                <a:cs typeface="微软雅黑" panose="020B0503020204020204" charset="-122"/>
                <a:sym typeface="+mn-ea"/>
              </a:rPr>
              <a:t>承诺量</a:t>
            </a:r>
            <a:endParaRPr lang="zh-CN" altLang="en-US" sz="2700" b="1" dirty="0">
              <a:latin typeface="微软雅黑" panose="020B0503020204020204" charset="-122"/>
              <a:cs typeface="微软雅黑" panose="020B0503020204020204" charset="-122"/>
              <a:sym typeface="+mn-ea"/>
            </a:endParaRPr>
          </a:p>
        </p:txBody>
      </p:sp>
    </p:spTree>
    <p:custDataLst>
      <p:tags r:id="rId3"/>
    </p:custDataLst>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custDataLst>
              <p:tags r:id="rId1"/>
            </p:custDataLst>
          </p:nvPr>
        </p:nvSpPr>
        <p:spPr>
          <a:xfrm>
            <a:off x="457200" y="1326515"/>
            <a:ext cx="8061325" cy="5099685"/>
          </a:xfrm>
        </p:spPr>
        <p:txBody>
          <a:bodyPr>
            <a:normAutofit lnSpcReduction="10000"/>
          </a:bodyPr>
          <a:lstStyle/>
          <a:p>
            <a:pPr marL="0" algn="l">
              <a:lnSpc>
                <a:spcPct val="150000"/>
              </a:lnSpc>
              <a:buClrTx/>
              <a:buSzTx/>
              <a:buNone/>
            </a:pPr>
            <a:r>
              <a:rPr sz="1600" spc="0" dirty="0">
                <a:solidFill>
                  <a:schemeClr val="tx1">
                    <a:lumMod val="65000"/>
                    <a:lumOff val="35000"/>
                  </a:schemeClr>
                </a:solidFill>
                <a:sym typeface="+mn-ea"/>
              </a:rPr>
              <a:t>使用std::promise与std::future给线程间</a:t>
            </a:r>
            <a:r>
              <a:rPr sz="1600" b="1" spc="0" dirty="0">
                <a:solidFill>
                  <a:srgbClr val="FF0000"/>
                </a:solidFill>
                <a:sym typeface="+mn-ea"/>
              </a:rPr>
              <a:t>建立一个通道</a:t>
            </a:r>
            <a:r>
              <a:rPr sz="1600" spc="0" dirty="0">
                <a:solidFill>
                  <a:schemeClr val="tx1">
                    <a:lumMod val="65000"/>
                    <a:lumOff val="35000"/>
                  </a:schemeClr>
                </a:solidFill>
                <a:sym typeface="+mn-ea"/>
              </a:rPr>
              <a:t>，分为以下几步：</a:t>
            </a:r>
            <a:endParaRPr sz="1600" spc="0" dirty="0">
              <a:solidFill>
                <a:schemeClr val="tx1">
                  <a:lumMod val="65000"/>
                  <a:lumOff val="35000"/>
                </a:schemeClr>
              </a:solidFill>
              <a:sym typeface="+mn-ea"/>
            </a:endParaRPr>
          </a:p>
          <a:p>
            <a:pPr indent="-342900" algn="l">
              <a:lnSpc>
                <a:spcPct val="150000"/>
              </a:lnSpc>
              <a:buClrTx/>
              <a:buSzTx/>
              <a:buAutoNum type="arabicPeriod"/>
            </a:pPr>
            <a:r>
              <a:rPr sz="1600" spc="0" dirty="0">
                <a:solidFill>
                  <a:schemeClr val="tx1">
                    <a:lumMod val="65000"/>
                    <a:lumOff val="35000"/>
                  </a:schemeClr>
                </a:solidFill>
                <a:sym typeface="+mn-ea"/>
              </a:rPr>
              <a:t>在线程</a:t>
            </a:r>
            <a:r>
              <a:rPr lang="en-US" altLang="zh-CN" sz="1600" spc="0" dirty="0">
                <a:solidFill>
                  <a:schemeClr val="tx1">
                    <a:lumMod val="65000"/>
                    <a:lumOff val="35000"/>
                  </a:schemeClr>
                </a:solidFill>
                <a:sym typeface="+mn-ea"/>
              </a:rPr>
              <a:t>1</a:t>
            </a:r>
            <a:r>
              <a:rPr sz="1600" spc="0" dirty="0">
                <a:solidFill>
                  <a:schemeClr val="tx1">
                    <a:lumMod val="65000"/>
                    <a:lumOff val="35000"/>
                  </a:schemeClr>
                </a:solidFill>
                <a:sym typeface="+mn-ea"/>
              </a:rPr>
              <a:t>中创建一个</a:t>
            </a:r>
            <a:r>
              <a:rPr lang="en-US" altLang="zh-CN" sz="1600" spc="0" dirty="0">
                <a:solidFill>
                  <a:schemeClr val="tx1">
                    <a:lumMod val="65000"/>
                    <a:lumOff val="35000"/>
                  </a:schemeClr>
                </a:solidFill>
                <a:sym typeface="+mn-ea"/>
              </a:rPr>
              <a:t>std::promise</a:t>
            </a:r>
            <a:r>
              <a:rPr sz="1600" spc="0" dirty="0">
                <a:solidFill>
                  <a:schemeClr val="tx1">
                    <a:lumMod val="65000"/>
                    <a:lumOff val="35000"/>
                  </a:schemeClr>
                </a:solidFill>
                <a:sym typeface="+mn-ea"/>
              </a:rPr>
              <a:t>对象</a:t>
            </a:r>
            <a:endParaRPr sz="1600" spc="0" dirty="0">
              <a:solidFill>
                <a:schemeClr val="tx1">
                  <a:lumMod val="65000"/>
                  <a:lumOff val="35000"/>
                </a:schemeClr>
              </a:solidFill>
              <a:sym typeface="+mn-ea"/>
            </a:endParaRPr>
          </a:p>
          <a:p>
            <a:pPr marL="0" indent="0" algn="l">
              <a:lnSpc>
                <a:spcPct val="150000"/>
              </a:lnSpc>
              <a:buClrTx/>
              <a:buSzTx/>
              <a:buNone/>
            </a:pPr>
            <a:r>
              <a:rPr lang="en-US" altLang="zh-CN" sz="1600" spc="0" dirty="0">
                <a:solidFill>
                  <a:schemeClr val="tx1">
                    <a:lumMod val="65000"/>
                    <a:lumOff val="35000"/>
                  </a:schemeClr>
                </a:solidFill>
                <a:sym typeface="+mn-ea"/>
              </a:rPr>
              <a:t>std::promise&lt;int&gt; promiseObj;</a:t>
            </a:r>
            <a:endParaRPr lang="en-US" altLang="zh-CN" sz="1600" spc="0" dirty="0">
              <a:solidFill>
                <a:schemeClr val="tx1">
                  <a:lumMod val="65000"/>
                  <a:lumOff val="35000"/>
                </a:schemeClr>
              </a:solidFill>
              <a:sym typeface="+mn-ea"/>
            </a:endParaRPr>
          </a:p>
          <a:p>
            <a:pPr marL="342900" indent="-342900" algn="l">
              <a:lnSpc>
                <a:spcPct val="150000"/>
              </a:lnSpc>
              <a:buClrTx/>
              <a:buSzTx/>
              <a:buFont typeface="+mj-lt"/>
              <a:buAutoNum type="arabicPeriod" startAt="2"/>
            </a:pPr>
            <a:r>
              <a:rPr sz="1600" spc="0" dirty="0">
                <a:solidFill>
                  <a:schemeClr val="tx1">
                    <a:lumMod val="65000"/>
                    <a:lumOff val="35000"/>
                  </a:schemeClr>
                </a:solidFill>
                <a:sym typeface="+mn-ea"/>
              </a:rPr>
              <a:t>将</a:t>
            </a:r>
            <a:r>
              <a:rPr lang="en-US" altLang="zh-CN" sz="1600" spc="0" dirty="0">
                <a:solidFill>
                  <a:schemeClr val="tx1">
                    <a:lumMod val="65000"/>
                    <a:lumOff val="35000"/>
                  </a:schemeClr>
                </a:solidFill>
                <a:sym typeface="+mn-ea"/>
              </a:rPr>
              <a:t>promiseObj</a:t>
            </a:r>
            <a:r>
              <a:rPr sz="1600" spc="0" dirty="0">
                <a:solidFill>
                  <a:schemeClr val="tx1">
                    <a:lumMod val="65000"/>
                    <a:lumOff val="35000"/>
                  </a:schemeClr>
                </a:solidFill>
                <a:sym typeface="+mn-ea"/>
              </a:rPr>
              <a:t>传给线程</a:t>
            </a:r>
            <a:r>
              <a:rPr lang="en-US" altLang="zh-CN" sz="1600" spc="0" dirty="0">
                <a:solidFill>
                  <a:schemeClr val="tx1">
                    <a:lumMod val="65000"/>
                    <a:lumOff val="35000"/>
                  </a:schemeClr>
                </a:solidFill>
                <a:sym typeface="+mn-ea"/>
              </a:rPr>
              <a:t>2</a:t>
            </a:r>
            <a:endParaRPr lang="en-US" altLang="zh-CN" sz="1600" spc="0" dirty="0">
              <a:solidFill>
                <a:schemeClr val="tx1">
                  <a:lumMod val="65000"/>
                  <a:lumOff val="35000"/>
                </a:schemeClr>
              </a:solidFill>
              <a:sym typeface="+mn-ea"/>
            </a:endParaRPr>
          </a:p>
          <a:p>
            <a:pPr marL="342900" indent="-342900" algn="l">
              <a:lnSpc>
                <a:spcPct val="150000"/>
              </a:lnSpc>
              <a:buClrTx/>
              <a:buSzTx/>
              <a:buAutoNum type="arabicPeriod" startAt="2"/>
            </a:pPr>
            <a:r>
              <a:rPr sz="1600" spc="0" dirty="0">
                <a:solidFill>
                  <a:schemeClr val="tx1">
                    <a:lumMod val="65000"/>
                    <a:lumOff val="35000"/>
                  </a:schemeClr>
                </a:solidFill>
                <a:sym typeface="+mn-ea"/>
              </a:rPr>
              <a:t>线程使用</a:t>
            </a:r>
            <a:r>
              <a:rPr lang="en-US" altLang="zh-CN" sz="1600" spc="0" dirty="0">
                <a:solidFill>
                  <a:schemeClr val="tx1">
                    <a:lumMod val="65000"/>
                    <a:lumOff val="35000"/>
                  </a:schemeClr>
                </a:solidFill>
                <a:sym typeface="+mn-ea"/>
              </a:rPr>
              <a:t>promiseObj</a:t>
            </a:r>
            <a:r>
              <a:rPr sz="1600" spc="0" dirty="0">
                <a:solidFill>
                  <a:schemeClr val="tx1">
                    <a:lumMod val="65000"/>
                    <a:lumOff val="35000"/>
                  </a:schemeClr>
                </a:solidFill>
                <a:sym typeface="+mn-ea"/>
              </a:rPr>
              <a:t>的</a:t>
            </a:r>
            <a:r>
              <a:rPr lang="en-US" altLang="zh-CN" sz="1600" spc="0" dirty="0">
                <a:solidFill>
                  <a:schemeClr val="tx1">
                    <a:lumMod val="65000"/>
                    <a:lumOff val="35000"/>
                  </a:schemeClr>
                </a:solidFill>
                <a:sym typeface="+mn-ea"/>
              </a:rPr>
              <a:t>get_future()</a:t>
            </a:r>
            <a:r>
              <a:rPr sz="1600" spc="0" dirty="0">
                <a:solidFill>
                  <a:schemeClr val="tx1">
                    <a:lumMod val="65000"/>
                    <a:lumOff val="35000"/>
                  </a:schemeClr>
                </a:solidFill>
                <a:sym typeface="+mn-ea"/>
              </a:rPr>
              <a:t>方法获得一个</a:t>
            </a:r>
            <a:r>
              <a:rPr lang="en-US" altLang="zh-CN" sz="1600" spc="0" dirty="0">
                <a:solidFill>
                  <a:schemeClr val="tx1">
                    <a:lumMod val="65000"/>
                    <a:lumOff val="35000"/>
                  </a:schemeClr>
                </a:solidFill>
                <a:sym typeface="+mn-ea"/>
              </a:rPr>
              <a:t>std::future</a:t>
            </a:r>
            <a:r>
              <a:rPr sz="1600" spc="0" dirty="0">
                <a:solidFill>
                  <a:schemeClr val="tx1">
                    <a:lumMod val="65000"/>
                    <a:lumOff val="35000"/>
                  </a:schemeClr>
                </a:solidFill>
                <a:sym typeface="+mn-ea"/>
              </a:rPr>
              <a:t>对象</a:t>
            </a:r>
            <a:endParaRPr sz="1600" spc="0" dirty="0">
              <a:solidFill>
                <a:schemeClr val="tx1">
                  <a:lumMod val="65000"/>
                  <a:lumOff val="35000"/>
                </a:schemeClr>
              </a:solidFill>
              <a:sym typeface="+mn-ea"/>
            </a:endParaRPr>
          </a:p>
          <a:p>
            <a:pPr marL="0" indent="0" algn="l">
              <a:lnSpc>
                <a:spcPct val="150000"/>
              </a:lnSpc>
              <a:buClrTx/>
              <a:buSzTx/>
              <a:buNone/>
            </a:pPr>
            <a:r>
              <a:rPr lang="en-US" altLang="zh-CN" sz="1600" spc="0" dirty="0">
                <a:solidFill>
                  <a:schemeClr val="tx1">
                    <a:lumMod val="65000"/>
                    <a:lumOff val="35000"/>
                  </a:schemeClr>
                </a:solidFill>
                <a:sym typeface="+mn-ea"/>
              </a:rPr>
              <a:t>std::future&lt;in&gt; futureObj = promiseObj.get_future()</a:t>
            </a:r>
            <a:endParaRPr lang="en-US" altLang="zh-CN" sz="1600" spc="0" dirty="0">
              <a:solidFill>
                <a:schemeClr val="tx1">
                  <a:lumMod val="65000"/>
                  <a:lumOff val="35000"/>
                </a:schemeClr>
              </a:solidFill>
              <a:sym typeface="+mn-ea"/>
            </a:endParaRPr>
          </a:p>
          <a:p>
            <a:pPr marL="0" indent="0" algn="l">
              <a:lnSpc>
                <a:spcPct val="150000"/>
              </a:lnSpc>
              <a:buClrTx/>
              <a:buSzTx/>
              <a:buNone/>
            </a:pPr>
            <a:r>
              <a:rPr sz="1600" spc="0" dirty="0">
                <a:solidFill>
                  <a:schemeClr val="tx1">
                    <a:lumMod val="65000"/>
                    <a:lumOff val="35000"/>
                  </a:schemeClr>
                </a:solidFill>
                <a:sym typeface="+mn-ea"/>
              </a:rPr>
              <a:t>此时</a:t>
            </a:r>
            <a:r>
              <a:rPr sz="1600" b="1" spc="0" dirty="0">
                <a:solidFill>
                  <a:srgbClr val="FF0000"/>
                </a:solidFill>
                <a:sym typeface="+mn-ea"/>
              </a:rPr>
              <a:t>通道</a:t>
            </a:r>
            <a:r>
              <a:rPr sz="1600" spc="0" dirty="0">
                <a:solidFill>
                  <a:schemeClr val="tx1">
                    <a:lumMod val="65000"/>
                    <a:lumOff val="35000"/>
                  </a:schemeClr>
                </a:solidFill>
                <a:sym typeface="+mn-ea"/>
              </a:rPr>
              <a:t>道已经建立，再使用</a:t>
            </a:r>
            <a:r>
              <a:rPr sz="1600" b="1" spc="0" dirty="0">
                <a:solidFill>
                  <a:srgbClr val="FF0000"/>
                </a:solidFill>
                <a:sym typeface="+mn-ea"/>
              </a:rPr>
              <a:t>通道</a:t>
            </a:r>
            <a:endParaRPr sz="1600" b="1" spc="0" dirty="0">
              <a:solidFill>
                <a:srgbClr val="FF0000"/>
              </a:solidFill>
              <a:sym typeface="+mn-ea"/>
            </a:endParaRPr>
          </a:p>
          <a:p>
            <a:pPr marL="342900" indent="-342900" algn="l">
              <a:lnSpc>
                <a:spcPct val="150000"/>
              </a:lnSpc>
              <a:buClrTx/>
              <a:buSzTx/>
              <a:buFont typeface="+mj-lt"/>
              <a:buAutoNum type="arabicPeriod" startAt="4"/>
            </a:pPr>
            <a:r>
              <a:rPr sz="1600" spc="0" dirty="0">
                <a:solidFill>
                  <a:schemeClr val="tx1">
                    <a:lumMod val="65000"/>
                    <a:lumOff val="35000"/>
                  </a:schemeClr>
                </a:solidFill>
                <a:sym typeface="+mn-ea"/>
              </a:rPr>
              <a:t>在线程1中调用futureObj的</a:t>
            </a:r>
            <a:r>
              <a:rPr lang="en-US" altLang="zh-CN" sz="1600" spc="0" dirty="0">
                <a:solidFill>
                  <a:schemeClr val="tx1">
                    <a:lumMod val="65000"/>
                    <a:lumOff val="35000"/>
                  </a:schemeClr>
                </a:solidFill>
                <a:sym typeface="+mn-ea"/>
              </a:rPr>
              <a:t>get()</a:t>
            </a:r>
            <a:r>
              <a:rPr sz="1600" spc="0" dirty="0">
                <a:solidFill>
                  <a:schemeClr val="tx1">
                    <a:lumMod val="65000"/>
                    <a:lumOff val="35000"/>
                  </a:schemeClr>
                </a:solidFill>
                <a:sym typeface="+mn-ea"/>
              </a:rPr>
              <a:t>方法，如果</a:t>
            </a:r>
            <a:r>
              <a:rPr lang="en-US" altLang="zh-CN" sz="1600" spc="0" dirty="0">
                <a:solidFill>
                  <a:schemeClr val="tx1">
                    <a:lumMod val="65000"/>
                    <a:lumOff val="35000"/>
                  </a:schemeClr>
                </a:solidFill>
                <a:sym typeface="+mn-ea"/>
              </a:rPr>
              <a:t>futureObj</a:t>
            </a:r>
            <a:r>
              <a:rPr sz="1600" spc="0" dirty="0">
                <a:solidFill>
                  <a:schemeClr val="tx1">
                    <a:lumMod val="65000"/>
                    <a:lumOff val="35000"/>
                  </a:schemeClr>
                </a:solidFill>
                <a:sym typeface="+mn-ea"/>
              </a:rPr>
              <a:t>没有设置值，则该方法会一直阻塞</a:t>
            </a:r>
            <a:endParaRPr sz="1600" spc="0" dirty="0">
              <a:solidFill>
                <a:schemeClr val="tx1">
                  <a:lumMod val="65000"/>
                  <a:lumOff val="35000"/>
                </a:schemeClr>
              </a:solidFill>
              <a:sym typeface="+mn-ea"/>
            </a:endParaRPr>
          </a:p>
          <a:p>
            <a:pPr marL="342900" indent="-342900" algn="l">
              <a:lnSpc>
                <a:spcPct val="150000"/>
              </a:lnSpc>
              <a:buClrTx/>
              <a:buSzTx/>
              <a:buAutoNum type="arabicPeriod" startAt="4"/>
            </a:pPr>
            <a:r>
              <a:rPr sz="1600" spc="0" dirty="0">
                <a:solidFill>
                  <a:schemeClr val="tx1">
                    <a:lumMod val="65000"/>
                    <a:lumOff val="35000"/>
                  </a:schemeClr>
                </a:solidFill>
                <a:sym typeface="+mn-ea"/>
              </a:rPr>
              <a:t>在线程</a:t>
            </a:r>
            <a:r>
              <a:rPr lang="en-US" altLang="zh-CN" sz="1600" spc="0" dirty="0">
                <a:solidFill>
                  <a:schemeClr val="tx1">
                    <a:lumMod val="65000"/>
                    <a:lumOff val="35000"/>
                  </a:schemeClr>
                </a:solidFill>
                <a:sym typeface="+mn-ea"/>
              </a:rPr>
              <a:t>2</a:t>
            </a:r>
            <a:r>
              <a:rPr sz="1600" spc="0" dirty="0">
                <a:solidFill>
                  <a:schemeClr val="tx1">
                    <a:lumMod val="65000"/>
                    <a:lumOff val="35000"/>
                  </a:schemeClr>
                </a:solidFill>
                <a:sym typeface="+mn-ea"/>
              </a:rPr>
              <a:t>中给</a:t>
            </a:r>
            <a:r>
              <a:rPr lang="en-US" altLang="zh-CN" sz="1600" spc="0" dirty="0">
                <a:solidFill>
                  <a:schemeClr val="tx1">
                    <a:lumMod val="65000"/>
                    <a:lumOff val="35000"/>
                  </a:schemeClr>
                </a:solidFill>
                <a:sym typeface="+mn-ea"/>
              </a:rPr>
              <a:t>promiseObj</a:t>
            </a:r>
            <a:r>
              <a:rPr sz="1600" spc="0" dirty="0">
                <a:solidFill>
                  <a:schemeClr val="tx1">
                    <a:lumMod val="65000"/>
                    <a:lumOff val="35000"/>
                  </a:schemeClr>
                </a:solidFill>
                <a:sym typeface="+mn-ea"/>
              </a:rPr>
              <a:t>设置一个值</a:t>
            </a:r>
            <a:endParaRPr sz="1600" spc="0" dirty="0">
              <a:solidFill>
                <a:schemeClr val="tx1">
                  <a:lumMod val="65000"/>
                  <a:lumOff val="35000"/>
                </a:schemeClr>
              </a:solidFill>
              <a:sym typeface="+mn-ea"/>
            </a:endParaRPr>
          </a:p>
          <a:p>
            <a:pPr marL="0" indent="0" algn="l">
              <a:lnSpc>
                <a:spcPct val="150000"/>
              </a:lnSpc>
              <a:buClrTx/>
              <a:buSzTx/>
              <a:buNone/>
            </a:pPr>
            <a:r>
              <a:rPr sz="1600" spc="0" dirty="0">
                <a:solidFill>
                  <a:schemeClr val="tx1">
                    <a:lumMod val="65000"/>
                    <a:lumOff val="35000"/>
                  </a:schemeClr>
                </a:solidFill>
                <a:sym typeface="+mn-ea"/>
              </a:rPr>
              <a:t> </a:t>
            </a:r>
            <a:r>
              <a:rPr lang="en-US" altLang="zh-CN" sz="1600" spc="0" dirty="0">
                <a:solidFill>
                  <a:schemeClr val="tx1">
                    <a:lumMod val="65000"/>
                    <a:lumOff val="35000"/>
                  </a:schemeClr>
                </a:solidFill>
                <a:sym typeface="+mn-ea"/>
              </a:rPr>
              <a:t>promiseObj.set_value(45)</a:t>
            </a:r>
            <a:endParaRPr lang="en-US" altLang="zh-CN" sz="1600" spc="0" dirty="0">
              <a:solidFill>
                <a:schemeClr val="tx1">
                  <a:lumMod val="65000"/>
                  <a:lumOff val="35000"/>
                </a:schemeClr>
              </a:solidFill>
              <a:sym typeface="+mn-ea"/>
            </a:endParaRPr>
          </a:p>
        </p:txBody>
      </p:sp>
      <p:sp>
        <p:nvSpPr>
          <p:cNvPr id="2" name="文本框 1"/>
          <p:cNvSpPr txBox="1"/>
          <p:nvPr>
            <p:custDataLst>
              <p:tags r:id="rId2"/>
            </p:custDataLst>
          </p:nvPr>
        </p:nvSpPr>
        <p:spPr>
          <a:xfrm>
            <a:off x="457200" y="496570"/>
            <a:ext cx="8061325" cy="506730"/>
          </a:xfrm>
          <a:prstGeom prst="rect">
            <a:avLst/>
          </a:prstGeom>
          <a:noFill/>
        </p:spPr>
        <p:txBody>
          <a:bodyPr wrap="square" rtlCol="0">
            <a:spAutoFit/>
          </a:bodyPr>
          <a:p>
            <a:pPr marL="0" indent="0">
              <a:buNone/>
            </a:pPr>
            <a:r>
              <a:rPr lang="en-US" sz="2700" b="1" dirty="0">
                <a:latin typeface="微软雅黑" panose="020B0503020204020204" charset="-122"/>
                <a:cs typeface="微软雅黑" panose="020B0503020204020204" charset="-122"/>
                <a:sym typeface="+mn-ea"/>
              </a:rPr>
              <a:t>promise </a:t>
            </a:r>
            <a:r>
              <a:rPr lang="zh-CN" altLang="en-US" sz="2700" b="1" dirty="0">
                <a:latin typeface="微软雅黑" panose="020B0503020204020204" charset="-122"/>
                <a:cs typeface="微软雅黑" panose="020B0503020204020204" charset="-122"/>
                <a:sym typeface="+mn-ea"/>
              </a:rPr>
              <a:t>与 </a:t>
            </a:r>
            <a:r>
              <a:rPr lang="en-US" altLang="zh-CN" sz="2700" b="1" dirty="0">
                <a:latin typeface="微软雅黑" panose="020B0503020204020204" charset="-122"/>
                <a:cs typeface="微软雅黑" panose="020B0503020204020204" charset="-122"/>
                <a:sym typeface="+mn-ea"/>
              </a:rPr>
              <a:t>future</a:t>
            </a:r>
            <a:r>
              <a:rPr lang="zh-CN" altLang="en-US" sz="2700" b="1" dirty="0">
                <a:latin typeface="微软雅黑" panose="020B0503020204020204" charset="-122"/>
                <a:cs typeface="微软雅黑" panose="020B0503020204020204" charset="-122"/>
                <a:sym typeface="+mn-ea"/>
              </a:rPr>
              <a:t>的用法</a:t>
            </a:r>
            <a:r>
              <a:rPr lang="zh-CN" altLang="en-US" sz="2700" b="1" dirty="0">
                <a:latin typeface="微软雅黑" panose="020B0503020204020204" charset="-122"/>
                <a:cs typeface="微软雅黑" panose="020B0503020204020204" charset="-122"/>
                <a:sym typeface="+mn-ea"/>
              </a:rPr>
              <a:t> </a:t>
            </a:r>
            <a:endParaRPr lang="zh-CN" altLang="en-US" sz="2700" b="1" dirty="0">
              <a:latin typeface="微软雅黑" panose="020B0503020204020204" charset="-122"/>
              <a:cs typeface="微软雅黑" panose="020B0503020204020204" charset="-122"/>
              <a:sym typeface="+mn-ea"/>
            </a:endParaRPr>
          </a:p>
        </p:txBody>
      </p:sp>
      <mc:AlternateContent xmlns:mc="http://schemas.openxmlformats.org/markup-compatibility/2006" xmlns:p14="http://schemas.microsoft.com/office/powerpoint/2010/main">
        <mc:Choice Requires="p14">
          <p:contentPart r:id="rId3" p14:bwMode="auto">
            <p14:nvContentPartPr>
              <p14:cNvPr id="16" name="墨迹 15"/>
              <p14:cNvContentPartPr/>
              <p14:nvPr/>
            </p14:nvContentPartPr>
            <p14:xfrm>
              <a:off x="819150" y="5314950"/>
              <a:ext cx="463550" cy="360"/>
            </p14:xfrm>
          </p:contentPart>
        </mc:Choice>
        <mc:Fallback xmlns="">
          <p:pic>
            <p:nvPicPr>
              <p:cNvPr id="16" name="墨迹 15"/>
            </p:nvPicPr>
            <p:blipFill>
              <a:blip r:embed="rId4"/>
            </p:blipFill>
            <p:spPr>
              <a:xfrm>
                <a:off x="819150" y="5314950"/>
                <a:ext cx="463550" cy="360"/>
              </a:xfrm>
              <a:prstGeom prst="rect"/>
            </p:spPr>
          </p:pic>
        </mc:Fallback>
      </mc:AlternateContent>
    </p:spTree>
    <p:custDataLst>
      <p:tags r:id="rId5"/>
    </p:custDataLst>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custDataLst>
              <p:tags r:id="rId1"/>
            </p:custDataLst>
          </p:nvPr>
        </p:nvSpPr>
        <p:spPr>
          <a:xfrm>
            <a:off x="457200" y="496570"/>
            <a:ext cx="8061325" cy="506730"/>
          </a:xfrm>
          <a:prstGeom prst="rect">
            <a:avLst/>
          </a:prstGeom>
          <a:noFill/>
        </p:spPr>
        <p:txBody>
          <a:bodyPr wrap="square" rtlCol="0">
            <a:spAutoFit/>
          </a:bodyPr>
          <a:p>
            <a:pPr marL="0" indent="0">
              <a:buNone/>
            </a:pPr>
            <a:r>
              <a:rPr lang="zh-CN" altLang="en-US" sz="2700" b="1" dirty="0">
                <a:latin typeface="微软雅黑" panose="020B0503020204020204" charset="-122"/>
                <a:cs typeface="微软雅黑" panose="020B0503020204020204" charset="-122"/>
                <a:sym typeface="+mn-ea"/>
              </a:rPr>
              <a:t>协作流程图</a:t>
            </a:r>
            <a:endParaRPr lang="zh-CN" altLang="en-US" sz="2700" b="1" dirty="0">
              <a:latin typeface="微软雅黑" panose="020B0503020204020204" charset="-122"/>
              <a:cs typeface="微软雅黑" panose="020B0503020204020204" charset="-122"/>
              <a:sym typeface="+mn-ea"/>
            </a:endParaRPr>
          </a:p>
        </p:txBody>
      </p:sp>
      <p:pic>
        <p:nvPicPr>
          <p:cNvPr id="4" name="图片 3" descr="promise"/>
          <p:cNvPicPr>
            <a:picLocks noChangeAspect="1"/>
          </p:cNvPicPr>
          <p:nvPr/>
        </p:nvPicPr>
        <p:blipFill>
          <a:blip r:embed="rId2"/>
          <a:stretch>
            <a:fillRect/>
          </a:stretch>
        </p:blipFill>
        <p:spPr>
          <a:xfrm>
            <a:off x="2400300" y="1089025"/>
            <a:ext cx="3662045" cy="5442585"/>
          </a:xfrm>
          <a:prstGeom prst="rect">
            <a:avLst/>
          </a:prstGeom>
        </p:spPr>
      </p:pic>
    </p:spTree>
    <p:custDataLst>
      <p:tags r:id="rId3"/>
    </p:custDataLst>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custDataLst>
              <p:tags r:id="rId1"/>
            </p:custDataLst>
          </p:nvPr>
        </p:nvSpPr>
        <p:spPr>
          <a:xfrm>
            <a:off x="457200" y="1308735"/>
            <a:ext cx="8337550" cy="5194935"/>
          </a:xfrm>
        </p:spPr>
        <p:txBody>
          <a:bodyPr>
            <a:normAutofit lnSpcReduction="10000"/>
          </a:bodyPr>
          <a:lstStyle/>
          <a:p>
            <a:pPr marL="114300" indent="-285750" algn="l">
              <a:lnSpc>
                <a:spcPct val="150000"/>
              </a:lnSpc>
              <a:buClrTx/>
              <a:buSzTx/>
            </a:pPr>
            <a:endParaRPr sz="1600" spc="0" dirty="0">
              <a:solidFill>
                <a:schemeClr val="tx1">
                  <a:lumMod val="65000"/>
                  <a:lumOff val="35000"/>
                </a:schemeClr>
              </a:solidFill>
              <a:sym typeface="+mn-ea"/>
            </a:endParaRPr>
          </a:p>
          <a:p>
            <a:pPr marL="114300" indent="-285750" algn="l">
              <a:lnSpc>
                <a:spcPct val="150000"/>
              </a:lnSpc>
              <a:buClrTx/>
              <a:buSzTx/>
            </a:pPr>
            <a:r>
              <a:rPr sz="1600" spc="0" dirty="0">
                <a:solidFill>
                  <a:schemeClr val="tx1">
                    <a:lumMod val="65000"/>
                    <a:lumOff val="35000"/>
                  </a:schemeClr>
                </a:solidFill>
                <a:sym typeface="+mn-ea"/>
              </a:rPr>
              <a:t>std::funture 只支持移动语义，</a:t>
            </a:r>
            <a:r>
              <a:rPr sz="1600" b="1" spc="0" dirty="0">
                <a:solidFill>
                  <a:schemeClr val="tx1">
                    <a:lumMod val="65000"/>
                    <a:lumOff val="35000"/>
                  </a:schemeClr>
                </a:solidFill>
                <a:sym typeface="+mn-ea"/>
              </a:rPr>
              <a:t>它要求类型参数也支持移动语义</a:t>
            </a:r>
            <a:r>
              <a:rPr sz="1600" spc="0" dirty="0">
                <a:solidFill>
                  <a:schemeClr val="tx1">
                    <a:lumMod val="65000"/>
                    <a:lumOff val="35000"/>
                  </a:schemeClr>
                </a:solidFill>
                <a:sym typeface="+mn-ea"/>
              </a:rPr>
              <a:t>。它的get方法只能调用一次，调用get相当于将结果</a:t>
            </a:r>
            <a:r>
              <a:rPr sz="1600" b="1" spc="0" dirty="0">
                <a:solidFill>
                  <a:schemeClr val="tx1">
                    <a:lumMod val="65000"/>
                    <a:lumOff val="35000"/>
                  </a:schemeClr>
                </a:solidFill>
                <a:sym typeface="+mn-ea"/>
              </a:rPr>
              <a:t>移走(移动语义的通俗意义)</a:t>
            </a:r>
            <a:r>
              <a:rPr sz="1600" spc="0" dirty="0">
                <a:solidFill>
                  <a:schemeClr val="tx1">
                    <a:lumMod val="65000"/>
                    <a:lumOff val="35000"/>
                  </a:schemeClr>
                </a:solidFill>
                <a:sym typeface="+mn-ea"/>
              </a:rPr>
              <a:t>。再次调用会抛异常。</a:t>
            </a:r>
            <a:endParaRPr sz="1600" spc="0" dirty="0">
              <a:solidFill>
                <a:schemeClr val="tx1">
                  <a:lumMod val="65000"/>
                  <a:lumOff val="35000"/>
                </a:schemeClr>
              </a:solidFill>
              <a:sym typeface="+mn-ea"/>
            </a:endParaRPr>
          </a:p>
          <a:p>
            <a:pPr marL="114300" indent="-285750" algn="l">
              <a:lnSpc>
                <a:spcPct val="150000"/>
              </a:lnSpc>
              <a:buClrTx/>
              <a:buSzTx/>
            </a:pPr>
            <a:endParaRPr lang="en-US" altLang="zh-CN" sz="1600" spc="0" dirty="0">
              <a:solidFill>
                <a:schemeClr val="tx1">
                  <a:lumMod val="65000"/>
                  <a:lumOff val="35000"/>
                </a:schemeClr>
              </a:solidFill>
              <a:sym typeface="+mn-ea"/>
            </a:endParaRPr>
          </a:p>
          <a:p>
            <a:pPr marL="114300" indent="-285750" algn="l">
              <a:lnSpc>
                <a:spcPct val="150000"/>
              </a:lnSpc>
              <a:buClrTx/>
              <a:buSzTx/>
            </a:pPr>
            <a:endParaRPr lang="en-US" altLang="zh-CN" sz="1600" spc="0" dirty="0">
              <a:solidFill>
                <a:schemeClr val="tx1">
                  <a:lumMod val="65000"/>
                  <a:lumOff val="35000"/>
                </a:schemeClr>
              </a:solidFill>
              <a:sym typeface="+mn-ea"/>
            </a:endParaRPr>
          </a:p>
          <a:p>
            <a:pPr marL="114300" indent="-285750" algn="l">
              <a:lnSpc>
                <a:spcPct val="150000"/>
              </a:lnSpc>
              <a:buClrTx/>
              <a:buSzTx/>
            </a:pPr>
            <a:r>
              <a:rPr lang="en-US" altLang="zh-CN" sz="1600" spc="0" dirty="0">
                <a:solidFill>
                  <a:schemeClr val="tx1">
                    <a:lumMod val="65000"/>
                    <a:lumOff val="35000"/>
                  </a:schemeClr>
                </a:solidFill>
                <a:sym typeface="+mn-ea"/>
              </a:rPr>
              <a:t>std::shared_future 可以共享结果，</a:t>
            </a:r>
            <a:r>
              <a:rPr sz="1600" spc="0" dirty="0">
                <a:solidFill>
                  <a:schemeClr val="tx1">
                    <a:lumMod val="65000"/>
                    <a:lumOff val="35000"/>
                  </a:schemeClr>
                </a:solidFill>
                <a:sym typeface="+mn-ea"/>
              </a:rPr>
              <a:t>可以多次调用</a:t>
            </a:r>
            <a:r>
              <a:rPr lang="en-US" altLang="zh-CN" sz="1600" spc="0" dirty="0">
                <a:solidFill>
                  <a:schemeClr val="tx1">
                    <a:lumMod val="65000"/>
                    <a:lumOff val="35000"/>
                  </a:schemeClr>
                </a:solidFill>
                <a:sym typeface="+mn-ea"/>
              </a:rPr>
              <a:t>get</a:t>
            </a:r>
            <a:r>
              <a:rPr sz="1600" spc="0" dirty="0">
                <a:solidFill>
                  <a:schemeClr val="tx1">
                    <a:lumMod val="65000"/>
                    <a:lumOff val="35000"/>
                  </a:schemeClr>
                </a:solidFill>
                <a:sym typeface="+mn-ea"/>
              </a:rPr>
              <a:t>方法，</a:t>
            </a:r>
            <a:r>
              <a:rPr lang="en-US" altLang="zh-CN" sz="1600" b="1" spc="0" dirty="0">
                <a:solidFill>
                  <a:schemeClr val="tx1">
                    <a:lumMod val="65000"/>
                    <a:lumOff val="35000"/>
                  </a:schemeClr>
                </a:solidFill>
                <a:sym typeface="+mn-ea"/>
              </a:rPr>
              <a:t>它要求类型参数支持复制语义</a:t>
            </a:r>
            <a:endParaRPr lang="en-US" altLang="zh-CN" sz="1600" b="1" spc="0" dirty="0">
              <a:solidFill>
                <a:schemeClr val="tx1">
                  <a:lumMod val="65000"/>
                  <a:lumOff val="35000"/>
                </a:schemeClr>
              </a:solidFill>
              <a:sym typeface="+mn-ea"/>
            </a:endParaRPr>
          </a:p>
        </p:txBody>
      </p:sp>
      <p:sp>
        <p:nvSpPr>
          <p:cNvPr id="2" name="文本框 1"/>
          <p:cNvSpPr txBox="1"/>
          <p:nvPr>
            <p:custDataLst>
              <p:tags r:id="rId2"/>
            </p:custDataLst>
          </p:nvPr>
        </p:nvSpPr>
        <p:spPr>
          <a:xfrm>
            <a:off x="457200" y="496570"/>
            <a:ext cx="8061325" cy="506730"/>
          </a:xfrm>
          <a:prstGeom prst="rect">
            <a:avLst/>
          </a:prstGeom>
          <a:noFill/>
        </p:spPr>
        <p:txBody>
          <a:bodyPr wrap="square" rtlCol="0">
            <a:spAutoFit/>
          </a:bodyPr>
          <a:p>
            <a:pPr marL="0" indent="0">
              <a:buNone/>
            </a:pPr>
            <a:r>
              <a:rPr lang="en-US" sz="2700" b="1" dirty="0">
                <a:latin typeface="微软雅黑" panose="020B0503020204020204" charset="-122"/>
                <a:cs typeface="微软雅黑" panose="020B0503020204020204" charset="-122"/>
                <a:sym typeface="+mn-ea"/>
              </a:rPr>
              <a:t>future</a:t>
            </a:r>
            <a:r>
              <a:rPr lang="zh-CN" altLang="en-US" sz="2700" b="1" dirty="0">
                <a:latin typeface="微软雅黑" panose="020B0503020204020204" charset="-122"/>
                <a:cs typeface="微软雅黑" panose="020B0503020204020204" charset="-122"/>
                <a:sym typeface="+mn-ea"/>
              </a:rPr>
              <a:t>与</a:t>
            </a:r>
            <a:r>
              <a:rPr lang="en-US" altLang="zh-CN" sz="2700" b="1" dirty="0">
                <a:latin typeface="微软雅黑" panose="020B0503020204020204" charset="-122"/>
                <a:cs typeface="微软雅黑" panose="020B0503020204020204" charset="-122"/>
                <a:sym typeface="+mn-ea"/>
              </a:rPr>
              <a:t>shared_future</a:t>
            </a:r>
            <a:endParaRPr lang="en-US" altLang="zh-CN" sz="2700" b="1" dirty="0">
              <a:latin typeface="微软雅黑" panose="020B0503020204020204" charset="-122"/>
              <a:cs typeface="微软雅黑" panose="020B0503020204020204" charset="-122"/>
              <a:sym typeface="+mn-ea"/>
            </a:endParaRPr>
          </a:p>
        </p:txBody>
      </p:sp>
    </p:spTree>
    <p:custDataLst>
      <p:tags r:id="rId3"/>
    </p:custDataLst>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custDataLst>
              <p:tags r:id="rId1"/>
            </p:custDataLst>
          </p:nvPr>
        </p:nvSpPr>
        <p:spPr>
          <a:xfrm>
            <a:off x="285750" y="1192530"/>
            <a:ext cx="8735695" cy="5378450"/>
          </a:xfrm>
        </p:spPr>
        <p:txBody>
          <a:bodyPr>
            <a:normAutofit fontScale="90000"/>
          </a:bodyPr>
          <a:lstStyle/>
          <a:p>
            <a:pPr marL="0" algn="l">
              <a:lnSpc>
                <a:spcPct val="150000"/>
              </a:lnSpc>
              <a:buClrTx/>
              <a:buSzTx/>
              <a:buNone/>
            </a:pPr>
            <a:r>
              <a:rPr sz="1600" spc="0" dirty="0">
                <a:solidFill>
                  <a:schemeClr val="tx1">
                    <a:lumMod val="65000"/>
                    <a:lumOff val="35000"/>
                  </a:schemeClr>
                </a:solidFill>
                <a:sym typeface="+mn-ea"/>
              </a:rPr>
              <a:t>std::packaged_task代表一个异步调用task，它是个函数对象，可以像正常函数一样被执行。它封装一个可调用对象，传递给一个std::thread对象，在线程中执行。通过std::future来获得执行结果</a:t>
            </a:r>
            <a:endParaRPr sz="1600" spc="0" dirty="0">
              <a:solidFill>
                <a:schemeClr val="tx1">
                  <a:lumMod val="65000"/>
                  <a:lumOff val="35000"/>
                </a:schemeClr>
              </a:solidFill>
              <a:sym typeface="+mn-ea"/>
            </a:endParaRPr>
          </a:p>
          <a:p>
            <a:pPr marL="0" algn="l">
              <a:lnSpc>
                <a:spcPct val="50000"/>
              </a:lnSpc>
              <a:buClrTx/>
              <a:buSzTx/>
              <a:buNone/>
            </a:pPr>
            <a:r>
              <a:rPr sz="1100" b="1" spc="0" dirty="0">
                <a:solidFill>
                  <a:srgbClr val="FF0000"/>
                </a:solidFill>
                <a:sym typeface="+mn-ea"/>
              </a:rPr>
              <a:t>int PrintFunc(int v)</a:t>
            </a:r>
            <a:endParaRPr sz="1100" b="1" spc="0" dirty="0">
              <a:solidFill>
                <a:srgbClr val="FF0000"/>
              </a:solidFill>
              <a:sym typeface="+mn-ea"/>
            </a:endParaRPr>
          </a:p>
          <a:p>
            <a:pPr marL="0" algn="l">
              <a:lnSpc>
                <a:spcPct val="50000"/>
              </a:lnSpc>
              <a:buClrTx/>
              <a:buSzTx/>
              <a:buNone/>
            </a:pPr>
            <a:r>
              <a:rPr sz="1100" b="1" spc="0" dirty="0">
                <a:solidFill>
                  <a:srgbClr val="FF0000"/>
                </a:solidFill>
                <a:sym typeface="+mn-ea"/>
              </a:rPr>
              <a:t>{</a:t>
            </a:r>
            <a:endParaRPr sz="1100" b="1" spc="0" dirty="0">
              <a:solidFill>
                <a:srgbClr val="FF0000"/>
              </a:solidFill>
              <a:sym typeface="+mn-ea"/>
            </a:endParaRPr>
          </a:p>
          <a:p>
            <a:pPr marL="0" algn="l">
              <a:lnSpc>
                <a:spcPct val="50000"/>
              </a:lnSpc>
              <a:buClrTx/>
              <a:buSzTx/>
              <a:buNone/>
            </a:pPr>
            <a:r>
              <a:rPr sz="1100" b="1" spc="0" dirty="0">
                <a:solidFill>
                  <a:srgbClr val="FF0000"/>
                </a:solidFill>
                <a:sym typeface="+mn-ea"/>
              </a:rPr>
              <a:t>    std::this_thread::sleep_for(std::chrono::seconds(1));</a:t>
            </a:r>
            <a:endParaRPr sz="1100" b="1" spc="0" dirty="0">
              <a:solidFill>
                <a:srgbClr val="FF0000"/>
              </a:solidFill>
              <a:sym typeface="+mn-ea"/>
            </a:endParaRPr>
          </a:p>
          <a:p>
            <a:pPr marL="0" algn="l">
              <a:lnSpc>
                <a:spcPct val="50000"/>
              </a:lnSpc>
              <a:buClrTx/>
              <a:buSzTx/>
              <a:buNone/>
            </a:pPr>
            <a:r>
              <a:rPr sz="1100" b="1" spc="0" dirty="0">
                <a:solidFill>
                  <a:srgbClr val="FF0000"/>
                </a:solidFill>
                <a:sym typeface="+mn-ea"/>
              </a:rPr>
              <a:t>    std::cout&lt;&lt;"v "&lt;&lt;v&lt;&lt;std::endl;</a:t>
            </a:r>
            <a:endParaRPr sz="1100" b="1" spc="0" dirty="0">
              <a:solidFill>
                <a:srgbClr val="FF0000"/>
              </a:solidFill>
              <a:sym typeface="+mn-ea"/>
            </a:endParaRPr>
          </a:p>
          <a:p>
            <a:pPr marL="0" algn="l">
              <a:lnSpc>
                <a:spcPct val="50000"/>
              </a:lnSpc>
              <a:buClrTx/>
              <a:buSzTx/>
              <a:buNone/>
            </a:pPr>
            <a:r>
              <a:rPr sz="1100" b="1" spc="0" dirty="0">
                <a:solidFill>
                  <a:srgbClr val="FF0000"/>
                </a:solidFill>
                <a:sym typeface="+mn-ea"/>
              </a:rPr>
              <a:t>    return v;</a:t>
            </a:r>
            <a:endParaRPr sz="1100" b="1" spc="0" dirty="0">
              <a:solidFill>
                <a:srgbClr val="FF0000"/>
              </a:solidFill>
              <a:sym typeface="+mn-ea"/>
            </a:endParaRPr>
          </a:p>
          <a:p>
            <a:pPr marL="0" algn="l">
              <a:lnSpc>
                <a:spcPct val="50000"/>
              </a:lnSpc>
              <a:buClrTx/>
              <a:buSzTx/>
              <a:buNone/>
            </a:pPr>
            <a:r>
              <a:rPr sz="1100" b="1" spc="0" dirty="0">
                <a:solidFill>
                  <a:srgbClr val="FF0000"/>
                </a:solidFill>
                <a:sym typeface="+mn-ea"/>
              </a:rPr>
              <a:t>}</a:t>
            </a:r>
            <a:endParaRPr sz="1100" b="1" spc="0" dirty="0">
              <a:solidFill>
                <a:srgbClr val="FF0000"/>
              </a:solidFill>
              <a:sym typeface="+mn-ea"/>
            </a:endParaRPr>
          </a:p>
          <a:p>
            <a:pPr marL="0" algn="l">
              <a:lnSpc>
                <a:spcPct val="150000"/>
              </a:lnSpc>
              <a:buClrTx/>
              <a:buSzTx/>
              <a:buNone/>
            </a:pPr>
            <a:r>
              <a:rPr sz="1600" spc="0" dirty="0">
                <a:solidFill>
                  <a:schemeClr val="tx1">
                    <a:lumMod val="65000"/>
                    <a:lumOff val="35000"/>
                  </a:schemeClr>
                </a:solidFill>
                <a:sym typeface="+mn-ea"/>
              </a:rPr>
              <a:t>上面的一个简单的函数，可以通过 std::package_task对它进行封装，来实现异步调用</a:t>
            </a:r>
            <a:endParaRPr sz="1600" spc="0" dirty="0">
              <a:solidFill>
                <a:schemeClr val="tx1">
                  <a:lumMod val="65000"/>
                  <a:lumOff val="35000"/>
                </a:schemeClr>
              </a:solidFill>
              <a:sym typeface="+mn-ea"/>
            </a:endParaRPr>
          </a:p>
          <a:p>
            <a:pPr marL="0" algn="l">
              <a:lnSpc>
                <a:spcPct val="60000"/>
              </a:lnSpc>
              <a:buClrTx/>
              <a:buSzTx/>
              <a:buNone/>
            </a:pPr>
            <a:r>
              <a:rPr sz="1100" b="1" spc="0" dirty="0">
                <a:solidFill>
                  <a:srgbClr val="FF0000"/>
                </a:solidFill>
                <a:sym typeface="+mn-ea"/>
              </a:rPr>
              <a:t>//包装PrintFunc</a:t>
            </a:r>
            <a:endParaRPr sz="1100" b="1" spc="0" dirty="0">
              <a:solidFill>
                <a:srgbClr val="FF0000"/>
              </a:solidFill>
              <a:sym typeface="+mn-ea"/>
            </a:endParaRPr>
          </a:p>
          <a:p>
            <a:pPr marL="0" algn="l">
              <a:lnSpc>
                <a:spcPct val="60000"/>
              </a:lnSpc>
              <a:buClrTx/>
              <a:buSzTx/>
              <a:buNone/>
            </a:pPr>
            <a:r>
              <a:rPr sz="1100" b="1" spc="0" dirty="0">
                <a:solidFill>
                  <a:srgbClr val="FF0000"/>
                </a:solidFill>
                <a:sym typeface="+mn-ea"/>
              </a:rPr>
              <a:t>std::packaged_task&lt;int (int)&gt; task(PrintFunc);</a:t>
            </a:r>
            <a:endParaRPr sz="1100" b="1" spc="0" dirty="0">
              <a:solidFill>
                <a:srgbClr val="FF0000"/>
              </a:solidFill>
              <a:sym typeface="+mn-ea"/>
            </a:endParaRPr>
          </a:p>
          <a:p>
            <a:pPr marL="0" algn="l">
              <a:lnSpc>
                <a:spcPct val="60000"/>
              </a:lnSpc>
              <a:buClrTx/>
              <a:buSzTx/>
              <a:buNone/>
            </a:pPr>
            <a:r>
              <a:rPr sz="1100" b="1" spc="0" dirty="0">
                <a:solidFill>
                  <a:srgbClr val="FF0000"/>
                </a:solidFill>
                <a:sym typeface="+mn-ea"/>
              </a:rPr>
              <a:t>//获取future</a:t>
            </a:r>
            <a:endParaRPr sz="1100" b="1" spc="0" dirty="0">
              <a:solidFill>
                <a:srgbClr val="FF0000"/>
              </a:solidFill>
              <a:sym typeface="+mn-ea"/>
            </a:endParaRPr>
          </a:p>
          <a:p>
            <a:pPr marL="0" algn="l">
              <a:lnSpc>
                <a:spcPct val="60000"/>
              </a:lnSpc>
              <a:buClrTx/>
              <a:buSzTx/>
              <a:buNone/>
            </a:pPr>
            <a:r>
              <a:rPr sz="1100" b="1" spc="0" dirty="0">
                <a:solidFill>
                  <a:srgbClr val="FF0000"/>
                </a:solidFill>
                <a:sym typeface="+mn-ea"/>
              </a:rPr>
              <a:t>std::future&lt;int&gt; f = task.get_future();</a:t>
            </a:r>
            <a:endParaRPr sz="1100" b="1" spc="0" dirty="0">
              <a:solidFill>
                <a:srgbClr val="FF0000"/>
              </a:solidFill>
              <a:sym typeface="+mn-ea"/>
            </a:endParaRPr>
          </a:p>
          <a:p>
            <a:pPr marL="0" algn="l">
              <a:lnSpc>
                <a:spcPct val="60000"/>
              </a:lnSpc>
              <a:buClrTx/>
              <a:buSzTx/>
              <a:buNone/>
            </a:pPr>
            <a:r>
              <a:rPr sz="1100" b="1" spc="0" dirty="0">
                <a:solidFill>
                  <a:srgbClr val="FF0000"/>
                </a:solidFill>
                <a:sym typeface="+mn-ea"/>
              </a:rPr>
              <a:t>//创建线程异步调用</a:t>
            </a:r>
            <a:endParaRPr sz="1100" b="1" spc="0" dirty="0">
              <a:solidFill>
                <a:srgbClr val="FF0000"/>
              </a:solidFill>
              <a:sym typeface="+mn-ea"/>
            </a:endParaRPr>
          </a:p>
          <a:p>
            <a:pPr marL="0" algn="l">
              <a:lnSpc>
                <a:spcPct val="60000"/>
              </a:lnSpc>
              <a:buClrTx/>
              <a:buSzTx/>
              <a:buNone/>
            </a:pPr>
            <a:r>
              <a:rPr sz="1100" b="1" spc="0" dirty="0">
                <a:solidFill>
                  <a:srgbClr val="FF0000"/>
                </a:solidFill>
                <a:sym typeface="+mn-ea"/>
              </a:rPr>
              <a:t>std::thread thread2(std::move(task),18);</a:t>
            </a:r>
            <a:endParaRPr sz="1100" b="1" spc="0" dirty="0">
              <a:solidFill>
                <a:srgbClr val="FF0000"/>
              </a:solidFill>
              <a:sym typeface="+mn-ea"/>
            </a:endParaRPr>
          </a:p>
          <a:p>
            <a:pPr marL="0" algn="l">
              <a:lnSpc>
                <a:spcPct val="60000"/>
              </a:lnSpc>
              <a:buClrTx/>
              <a:buSzTx/>
              <a:buNone/>
            </a:pPr>
            <a:endParaRPr sz="1100" b="1" spc="0" dirty="0">
              <a:solidFill>
                <a:srgbClr val="FF0000"/>
              </a:solidFill>
              <a:sym typeface="+mn-ea"/>
            </a:endParaRPr>
          </a:p>
          <a:p>
            <a:pPr marL="0" algn="l">
              <a:lnSpc>
                <a:spcPct val="140000"/>
              </a:lnSpc>
              <a:buClrTx/>
              <a:buSzTx/>
              <a:buNone/>
            </a:pPr>
            <a:r>
              <a:rPr sz="1600" spc="0" dirty="0">
                <a:solidFill>
                  <a:schemeClr val="tx1">
                    <a:lumMod val="65000"/>
                    <a:lumOff val="35000"/>
                  </a:schemeClr>
                </a:solidFill>
                <a:sym typeface="+mn-ea"/>
              </a:rPr>
              <a:t>当然也可以通过```std::promise```结合```std::future```来实现，但是需要修改函数的声明，要把std::promise对象传入，与std::packeaged_task的实现，相当于是一种</a:t>
            </a:r>
            <a:r>
              <a:rPr sz="1600" b="1" spc="0" dirty="0">
                <a:solidFill>
                  <a:schemeClr val="tx1">
                    <a:lumMod val="65000"/>
                    <a:lumOff val="35000"/>
                  </a:schemeClr>
                </a:solidFill>
                <a:sym typeface="+mn-ea"/>
              </a:rPr>
              <a:t>侵入式</a:t>
            </a:r>
            <a:r>
              <a:rPr sz="1600" spc="0" dirty="0">
                <a:solidFill>
                  <a:schemeClr val="tx1">
                    <a:lumMod val="65000"/>
                    <a:lumOff val="35000"/>
                  </a:schemeClr>
                </a:solidFill>
                <a:sym typeface="+mn-ea"/>
              </a:rPr>
              <a:t>的实现，</a:t>
            </a:r>
            <a:r>
              <a:rPr sz="1600" spc="0">
                <a:solidFill>
                  <a:schemeClr val="tx1">
                    <a:lumMod val="65000"/>
                    <a:lumOff val="35000"/>
                  </a:schemeClr>
                </a:solidFill>
                <a:sym typeface="+mn-ea"/>
              </a:rPr>
              <a:t>std::packaged_task实现的更加简明。</a:t>
            </a:r>
            <a:endParaRPr sz="1600" spc="0" dirty="0">
              <a:solidFill>
                <a:schemeClr val="tx1">
                  <a:lumMod val="65000"/>
                  <a:lumOff val="35000"/>
                </a:schemeClr>
              </a:solidFill>
              <a:sym typeface="+mn-ea"/>
            </a:endParaRPr>
          </a:p>
          <a:p>
            <a:pPr marL="0" algn="l">
              <a:lnSpc>
                <a:spcPct val="80000"/>
              </a:lnSpc>
              <a:buClrTx/>
              <a:buSzTx/>
              <a:buNone/>
            </a:pPr>
            <a:endParaRPr sz="1600" b="1" spc="0" dirty="0">
              <a:solidFill>
                <a:srgbClr val="FF0000"/>
              </a:solidFill>
              <a:sym typeface="+mn-ea"/>
            </a:endParaRPr>
          </a:p>
        </p:txBody>
      </p:sp>
      <p:sp>
        <p:nvSpPr>
          <p:cNvPr id="2" name="文本框 1"/>
          <p:cNvSpPr txBox="1"/>
          <p:nvPr>
            <p:custDataLst>
              <p:tags r:id="rId2"/>
            </p:custDataLst>
          </p:nvPr>
        </p:nvSpPr>
        <p:spPr>
          <a:xfrm>
            <a:off x="457200" y="487045"/>
            <a:ext cx="8061325" cy="506730"/>
          </a:xfrm>
          <a:prstGeom prst="rect">
            <a:avLst/>
          </a:prstGeom>
          <a:noFill/>
        </p:spPr>
        <p:txBody>
          <a:bodyPr wrap="square" rtlCol="0">
            <a:spAutoFit/>
          </a:bodyPr>
          <a:p>
            <a:pPr marL="0" indent="0">
              <a:buNone/>
            </a:pPr>
            <a:r>
              <a:rPr sz="2700" b="1" dirty="0">
                <a:latin typeface="微软雅黑" panose="020B0503020204020204" charset="-122"/>
                <a:cs typeface="微软雅黑" panose="020B0503020204020204" charset="-122"/>
                <a:sym typeface="+mn-ea"/>
              </a:rPr>
              <a:t>packaged_task</a:t>
            </a:r>
            <a:endParaRPr sz="2700" b="1" dirty="0">
              <a:latin typeface="微软雅黑" panose="020B0503020204020204" charset="-122"/>
              <a:cs typeface="微软雅黑" panose="020B0503020204020204" charset="-122"/>
              <a:sym typeface="+mn-ea"/>
            </a:endParaRPr>
          </a:p>
        </p:txBody>
      </p:sp>
    </p:spTree>
    <p:custDataLst>
      <p:tags r:id="rId3"/>
    </p:custDataLst>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custDataLst>
              <p:tags r:id="rId1"/>
            </p:custDataLst>
          </p:nvPr>
        </p:nvSpPr>
        <p:spPr>
          <a:xfrm>
            <a:off x="285750" y="1270000"/>
            <a:ext cx="8857615" cy="5300980"/>
          </a:xfrm>
        </p:spPr>
        <p:txBody>
          <a:bodyPr>
            <a:normAutofit/>
          </a:bodyPr>
          <a:lstStyle/>
          <a:p>
            <a:pPr marL="0" algn="l">
              <a:lnSpc>
                <a:spcPct val="150000"/>
              </a:lnSpc>
              <a:buClrTx/>
              <a:buSzTx/>
              <a:buNone/>
            </a:pPr>
            <a:r>
              <a:rPr sz="1600" spc="0" dirty="0">
                <a:solidFill>
                  <a:schemeClr val="tx1">
                    <a:lumMod val="65000"/>
                    <a:lumOff val="35000"/>
                  </a:schemeClr>
                </a:solidFill>
                <a:sym typeface="+mn-ea"/>
              </a:rPr>
              <a:t>对比std::promise,</a:t>
            </a:r>
            <a:r>
              <a:rPr lang="en-US" altLang="zh-CN" sz="1600" spc="0" dirty="0">
                <a:solidFill>
                  <a:schemeClr val="tx1">
                    <a:lumMod val="65000"/>
                    <a:lumOff val="35000"/>
                  </a:schemeClr>
                </a:solidFill>
                <a:sym typeface="+mn-ea"/>
              </a:rPr>
              <a:t>std::</a:t>
            </a:r>
            <a:r>
              <a:rPr sz="1600" spc="0" dirty="0">
                <a:solidFill>
                  <a:schemeClr val="tx1">
                    <a:lumMod val="65000"/>
                    <a:lumOff val="35000"/>
                  </a:schemeClr>
                </a:solidFill>
                <a:sym typeface="+mn-ea"/>
              </a:rPr>
              <a:t>packaged_task，std::async的抽象层次更高，它代表了异步操作，不需要手动启动线程。在传入std::async的执行策略为std::launch::async时，将自动产生一个线程。异步执行的结果通过std::future获取</a:t>
            </a:r>
            <a:endParaRPr sz="1600" spc="0" dirty="0">
              <a:solidFill>
                <a:schemeClr val="tx1">
                  <a:lumMod val="65000"/>
                  <a:lumOff val="35000"/>
                </a:schemeClr>
              </a:solidFill>
              <a:sym typeface="+mn-ea"/>
            </a:endParaRPr>
          </a:p>
          <a:p>
            <a:pPr marL="114300" indent="-285750" algn="l">
              <a:lnSpc>
                <a:spcPct val="150000"/>
              </a:lnSpc>
              <a:buClrTx/>
              <a:buSzTx/>
            </a:pPr>
            <a:r>
              <a:rPr sz="1600" spc="0" dirty="0">
                <a:solidFill>
                  <a:schemeClr val="tx1">
                    <a:lumMod val="65000"/>
                    <a:lumOff val="35000"/>
                  </a:schemeClr>
                </a:solidFill>
                <a:sym typeface="+mn-ea"/>
              </a:rPr>
              <a:t>std::async跟std::thread类似，传入一个可调用对象及它对应的参数。执行策略作为可选参数，包括</a:t>
            </a:r>
            <a:r>
              <a:rPr lang="en-US" altLang="zh-CN" sz="1600" spc="0" dirty="0">
                <a:solidFill>
                  <a:schemeClr val="tx1">
                    <a:lumMod val="65000"/>
                    <a:lumOff val="35000"/>
                  </a:schemeClr>
                </a:solidFill>
                <a:sym typeface="+mn-ea"/>
              </a:rPr>
              <a:t>:</a:t>
            </a:r>
            <a:r>
              <a:rPr sz="1600" spc="0">
                <a:solidFill>
                  <a:schemeClr val="tx1">
                    <a:lumMod val="65000"/>
                    <a:lumOff val="35000"/>
                  </a:schemeClr>
                </a:solidFill>
                <a:sym typeface="+mn-ea"/>
              </a:rPr>
              <a:t>std::launch::async 产生一个新线程，std::launch::deferred 在本线程中执行</a:t>
            </a:r>
            <a:endParaRPr sz="1600" spc="0">
              <a:solidFill>
                <a:schemeClr val="tx1">
                  <a:lumMod val="65000"/>
                  <a:lumOff val="35000"/>
                </a:schemeClr>
              </a:solidFill>
              <a:sym typeface="+mn-ea"/>
            </a:endParaRPr>
          </a:p>
          <a:p>
            <a:pPr marL="114300" indent="-285750" algn="l">
              <a:lnSpc>
                <a:spcPct val="150000"/>
              </a:lnSpc>
              <a:buClrTx/>
              <a:buSzTx/>
            </a:pPr>
            <a:r>
              <a:rPr sz="1600" spc="0" dirty="0">
                <a:solidFill>
                  <a:schemeClr val="tx1">
                    <a:lumMod val="65000"/>
                    <a:lumOff val="35000"/>
                  </a:schemeClr>
                </a:solidFill>
                <a:sym typeface="+mn-ea"/>
              </a:rPr>
              <a:t>std::async方法返回的是一个std::future对象，用来获取结果</a:t>
            </a:r>
            <a:endParaRPr sz="1600" spc="0" dirty="0">
              <a:solidFill>
                <a:schemeClr val="tx1">
                  <a:lumMod val="65000"/>
                  <a:lumOff val="35000"/>
                </a:schemeClr>
              </a:solidFill>
              <a:sym typeface="+mn-ea"/>
            </a:endParaRPr>
          </a:p>
          <a:p>
            <a:pPr marL="0" indent="0" algn="l">
              <a:lnSpc>
                <a:spcPct val="150000"/>
              </a:lnSpc>
              <a:buClrTx/>
              <a:buSzTx/>
              <a:buNone/>
            </a:pPr>
            <a:endParaRPr sz="1600" spc="0" dirty="0">
              <a:solidFill>
                <a:schemeClr val="tx1">
                  <a:lumMod val="65000"/>
                  <a:lumOff val="35000"/>
                </a:schemeClr>
              </a:solidFill>
              <a:sym typeface="+mn-ea"/>
            </a:endParaRPr>
          </a:p>
        </p:txBody>
      </p:sp>
      <p:sp>
        <p:nvSpPr>
          <p:cNvPr id="2" name="文本框 1"/>
          <p:cNvSpPr txBox="1"/>
          <p:nvPr>
            <p:custDataLst>
              <p:tags r:id="rId2"/>
            </p:custDataLst>
          </p:nvPr>
        </p:nvSpPr>
        <p:spPr>
          <a:xfrm>
            <a:off x="457200" y="487045"/>
            <a:ext cx="8061325" cy="506730"/>
          </a:xfrm>
          <a:prstGeom prst="rect">
            <a:avLst/>
          </a:prstGeom>
          <a:noFill/>
        </p:spPr>
        <p:txBody>
          <a:bodyPr wrap="square" rtlCol="0">
            <a:spAutoFit/>
          </a:bodyPr>
          <a:p>
            <a:pPr marL="0" indent="0">
              <a:buNone/>
            </a:pPr>
            <a:r>
              <a:rPr lang="zh-CN" sz="2700" b="1" dirty="0">
                <a:latin typeface="微软雅黑" panose="020B0503020204020204" charset="-122"/>
                <a:cs typeface="微软雅黑" panose="020B0503020204020204" charset="-122"/>
                <a:sym typeface="+mn-ea"/>
              </a:rPr>
              <a:t>还有更高层次的抽象</a:t>
            </a:r>
            <a:r>
              <a:rPr lang="en-US" altLang="zh-CN" sz="2700" b="1" dirty="0">
                <a:latin typeface="微软雅黑" panose="020B0503020204020204" charset="-122"/>
                <a:cs typeface="微软雅黑" panose="020B0503020204020204" charset="-122"/>
                <a:sym typeface="+mn-ea"/>
              </a:rPr>
              <a:t>std::async</a:t>
            </a:r>
            <a:endParaRPr lang="en-US" altLang="zh-CN" sz="2700" b="1" dirty="0">
              <a:latin typeface="微软雅黑" panose="020B0503020204020204" charset="-122"/>
              <a:cs typeface="微软雅黑" panose="020B0503020204020204" charset="-122"/>
              <a:sym typeface="+mn-ea"/>
            </a:endParaRPr>
          </a:p>
        </p:txBody>
      </p:sp>
    </p:spTree>
    <p:custDataLst>
      <p:tags r:id="rId3"/>
    </p:custDataLst>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Text Box 3"/>
          <p:cNvSpPr>
            <a:spLocks noChangeArrowheads="1"/>
          </p:cNvSpPr>
          <p:nvPr>
            <p:custDataLst>
              <p:tags r:id="rId1"/>
            </p:custDataLst>
          </p:nvPr>
        </p:nvSpPr>
        <p:spPr bwMode="auto">
          <a:xfrm>
            <a:off x="962471" y="3162185"/>
            <a:ext cx="4522470" cy="748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none" anchor="ctr">
            <a:spAutoFit/>
          </a:bodyPr>
          <a:lstStyle/>
          <a:p>
            <a:pPr algn="r"/>
            <a:r>
              <a:rPr lang="en-US" altLang="zh-CN" sz="4270" b="1" dirty="0">
                <a:solidFill>
                  <a:schemeClr val="accent5">
                    <a:lumMod val="75000"/>
                  </a:schemeClr>
                </a:solidFill>
                <a:latin typeface="Arial" panose="020B0604020202020204" pitchFamily="34" charset="0"/>
                <a:ea typeface="微软雅黑" panose="020B0503020204020204" charset="-122"/>
                <a:sym typeface="+mn-ea"/>
              </a:rPr>
              <a:t>Thread</a:t>
            </a:r>
            <a:r>
              <a:rPr lang="zh-CN" altLang="en-US" sz="4270" b="1" dirty="0">
                <a:solidFill>
                  <a:schemeClr val="accent5">
                    <a:lumMod val="75000"/>
                  </a:schemeClr>
                </a:solidFill>
                <a:latin typeface="Arial" panose="020B0604020202020204" pitchFamily="34" charset="0"/>
                <a:ea typeface="微软雅黑" panose="020B0503020204020204" charset="-122"/>
                <a:sym typeface="+mn-ea"/>
              </a:rPr>
              <a:t>提供的</a:t>
            </a:r>
            <a:r>
              <a:rPr lang="en-US" altLang="zh-CN" sz="4270" b="1" dirty="0">
                <a:solidFill>
                  <a:schemeClr val="accent5">
                    <a:lumMod val="75000"/>
                  </a:schemeClr>
                </a:solidFill>
                <a:latin typeface="Arial" panose="020B0604020202020204" pitchFamily="34" charset="0"/>
                <a:ea typeface="微软雅黑" panose="020B0503020204020204" charset="-122"/>
                <a:sym typeface="+mn-ea"/>
              </a:rPr>
              <a:t>API</a:t>
            </a:r>
            <a:endParaRPr lang="zh-CN" altLang="en-US" sz="4270" b="1" dirty="0">
              <a:solidFill>
                <a:schemeClr val="accent5">
                  <a:lumMod val="75000"/>
                </a:schemeClr>
              </a:solidFill>
              <a:latin typeface="Arial" panose="020B0604020202020204" pitchFamily="34" charset="0"/>
              <a:ea typeface="微软雅黑" panose="020B0503020204020204" charset="-122"/>
              <a:sym typeface="+mn-ea"/>
            </a:endParaRPr>
          </a:p>
        </p:txBody>
      </p:sp>
      <p:sp>
        <p:nvSpPr>
          <p:cNvPr id="5124" name="淘宝网chenying0907出品 10"/>
          <p:cNvSpPr>
            <a:spLocks noChangeArrowheads="1"/>
          </p:cNvSpPr>
          <p:nvPr>
            <p:custDataLst>
              <p:tags r:id="rId2"/>
            </p:custDataLst>
          </p:nvPr>
        </p:nvSpPr>
        <p:spPr bwMode="auto">
          <a:xfrm>
            <a:off x="4094291" y="2649895"/>
            <a:ext cx="132588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r"/>
            <a:r>
              <a:rPr lang="zh-CN" altLang="en-US" dirty="0">
                <a:solidFill>
                  <a:schemeClr val="accent1"/>
                </a:solidFill>
                <a:latin typeface="Arial" panose="020B0604020202020204" pitchFamily="34" charset="0"/>
                <a:ea typeface="微软雅黑" panose="020B0503020204020204" charset="-122"/>
                <a:sym typeface="Arial" panose="020B0604020202020204" pitchFamily="34" charset="0"/>
              </a:rPr>
              <a:t>多线程编程</a:t>
            </a:r>
            <a:endParaRPr lang="zh-CN" altLang="en-US" dirty="0">
              <a:solidFill>
                <a:schemeClr val="accent1"/>
              </a:solidFill>
              <a:latin typeface="Arial" panose="020B0604020202020204" pitchFamily="34" charset="0"/>
              <a:ea typeface="微软雅黑" panose="020B0503020204020204" charset="-122"/>
              <a:sym typeface="Arial" panose="020B0604020202020204" pitchFamily="34" charset="0"/>
            </a:endParaRPr>
          </a:p>
        </p:txBody>
      </p:sp>
      <p:sp>
        <p:nvSpPr>
          <p:cNvPr id="5125" name="淘宝网chenying0907出品 11"/>
          <p:cNvSpPr>
            <a:spLocks noChangeShapeType="1"/>
          </p:cNvSpPr>
          <p:nvPr>
            <p:custDataLst>
              <p:tags r:id="rId3"/>
            </p:custDataLst>
          </p:nvPr>
        </p:nvSpPr>
        <p:spPr bwMode="auto">
          <a:xfrm>
            <a:off x="1505825" y="2960613"/>
            <a:ext cx="3914345" cy="1191"/>
          </a:xfrm>
          <a:prstGeom prst="line">
            <a:avLst/>
          </a:prstGeom>
          <a:noFill/>
          <a:ln w="6350" cap="flat" cmpd="sng">
            <a:solidFill>
              <a:schemeClr val="accent1"/>
            </a:solidFill>
            <a:bevel/>
          </a:ln>
          <a:extLst>
            <a:ext uri="{909E8E84-426E-40DD-AFC4-6F175D3DCCD1}">
              <a14:hiddenFill xmlns:a14="http://schemas.microsoft.com/office/drawing/2010/main">
                <a:noFill/>
              </a14:hiddenFill>
            </a:ext>
          </a:extLst>
        </p:spPr>
        <p:txBody>
          <a:bodyPr/>
          <a:lstStyle/>
          <a:p>
            <a:endParaRPr lang="zh-CN" altLang="en-US" sz="1420">
              <a:solidFill>
                <a:schemeClr val="accent1"/>
              </a:solidFill>
              <a:latin typeface="Arial" panose="020B0604020202020204" pitchFamily="34" charset="0"/>
              <a:ea typeface="微软雅黑" panose="020B0503020204020204" charset="-122"/>
              <a:sym typeface="Arial" panose="020B0604020202020204" pitchFamily="34" charset="0"/>
            </a:endParaRPr>
          </a:p>
        </p:txBody>
      </p:sp>
      <p:sp>
        <p:nvSpPr>
          <p:cNvPr id="4" name="淘宝网chenying0907出品 11"/>
          <p:cNvSpPr>
            <a:spLocks noChangeShapeType="1"/>
          </p:cNvSpPr>
          <p:nvPr>
            <p:custDataLst>
              <p:tags r:id="rId4"/>
            </p:custDataLst>
          </p:nvPr>
        </p:nvSpPr>
        <p:spPr bwMode="auto">
          <a:xfrm>
            <a:off x="1501380" y="2960613"/>
            <a:ext cx="3914345" cy="1191"/>
          </a:xfrm>
          <a:prstGeom prst="line">
            <a:avLst/>
          </a:prstGeom>
          <a:noFill/>
          <a:ln w="6350" cap="flat" cmpd="sng">
            <a:solidFill>
              <a:schemeClr val="accent1"/>
            </a:solidFill>
            <a:bevel/>
          </a:ln>
          <a:extLst>
            <a:ext uri="{909E8E84-426E-40DD-AFC4-6F175D3DCCD1}">
              <a14:hiddenFill xmlns:a14="http://schemas.microsoft.com/office/drawing/2010/main">
                <a:noFill/>
              </a14:hiddenFill>
            </a:ext>
          </a:extLst>
        </p:spPr>
        <p:txBody>
          <a:bodyPr/>
          <a:lstStyle/>
          <a:p>
            <a:endParaRPr lang="zh-CN" altLang="en-US" sz="1420">
              <a:solidFill>
                <a:schemeClr val="accent1"/>
              </a:solidFill>
              <a:latin typeface="Arial" panose="020B0604020202020204" pitchFamily="34" charset="0"/>
              <a:ea typeface="微软雅黑" panose="020B0503020204020204" charset="-122"/>
              <a:sym typeface="Arial" panose="020B0604020202020204" pitchFamily="34" charset="0"/>
            </a:endParaRPr>
          </a:p>
        </p:txBody>
      </p:sp>
      <p:sp>
        <p:nvSpPr>
          <p:cNvPr id="5" name="Text Box 3"/>
          <p:cNvSpPr>
            <a:spLocks noChangeArrowheads="1"/>
          </p:cNvSpPr>
          <p:nvPr>
            <p:custDataLst>
              <p:tags r:id="rId5"/>
            </p:custDataLst>
          </p:nvPr>
        </p:nvSpPr>
        <p:spPr bwMode="auto">
          <a:xfrm>
            <a:off x="5540630" y="2294165"/>
            <a:ext cx="2183130" cy="227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none" anchor="ctr">
            <a:spAutoFit/>
          </a:bodyPr>
          <a:lstStyle/>
          <a:p>
            <a:r>
              <a:rPr lang="en-US" sz="14155" dirty="0">
                <a:solidFill>
                  <a:schemeClr val="accent5">
                    <a:lumMod val="75000"/>
                  </a:schemeClr>
                </a:solidFill>
                <a:latin typeface="Arial" panose="020B0604020202020204" pitchFamily="34" charset="0"/>
                <a:ea typeface="微软雅黑" panose="020B0503020204020204" charset="-122"/>
                <a:sym typeface="Arial" panose="020B0604020202020204" pitchFamily="34" charset="0"/>
              </a:rPr>
              <a:t>05</a:t>
            </a:r>
            <a:endParaRPr lang="en-US" altLang="en-US" sz="14155" b="1" dirty="0">
              <a:solidFill>
                <a:schemeClr val="accent5">
                  <a:lumMod val="75000"/>
                </a:schemeClr>
              </a:solidFill>
              <a:latin typeface="Arial" panose="020B0604020202020204" pitchFamily="34" charset="0"/>
              <a:ea typeface="微软雅黑" panose="020B0503020204020204" charset="-122"/>
              <a:sym typeface="Arial" panose="020B0604020202020204" pitchFamily="34" charset="0"/>
            </a:endParaRPr>
          </a:p>
        </p:txBody>
      </p:sp>
    </p:spTree>
    <p:custDataLst>
      <p:tags r:id="rId6"/>
    </p:custDataLst>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custDataLst>
              <p:tags r:id="rId1"/>
            </p:custDataLst>
          </p:nvPr>
        </p:nvSpPr>
        <p:spPr>
          <a:xfrm>
            <a:off x="457200" y="1144270"/>
            <a:ext cx="8061325" cy="4674870"/>
          </a:xfrm>
        </p:spPr>
        <p:txBody>
          <a:bodyPr>
            <a:normAutofit/>
          </a:bodyPr>
          <a:lstStyle/>
          <a:p>
            <a:pPr marL="0" indent="0">
              <a:lnSpc>
                <a:spcPct val="150000"/>
              </a:lnSpc>
              <a:buNone/>
            </a:pPr>
            <a:endParaRPr sz="1600" spc="0" dirty="0">
              <a:solidFill>
                <a:schemeClr val="tx1"/>
              </a:solidFill>
              <a:sym typeface="+mn-ea"/>
            </a:endParaRPr>
          </a:p>
          <a:p>
            <a:pPr marL="0" indent="0">
              <a:lnSpc>
                <a:spcPct val="150000"/>
              </a:lnSpc>
              <a:buNone/>
            </a:pPr>
            <a:r>
              <a:rPr sz="1400" b="1" spc="0" dirty="0">
                <a:solidFill>
                  <a:srgbClr val="FF0000"/>
                </a:solidFill>
                <a:sym typeface="+mn-ea"/>
              </a:rPr>
              <a:t>std::thread::hardware_concurrency();</a:t>
            </a:r>
            <a:endParaRPr sz="1400" b="1" spc="0" dirty="0">
              <a:solidFill>
                <a:srgbClr val="FF0000"/>
              </a:solidFill>
              <a:sym typeface="+mn-ea"/>
            </a:endParaRPr>
          </a:p>
          <a:p>
            <a:pPr marL="114300" indent="-285750" algn="l">
              <a:lnSpc>
                <a:spcPct val="150000"/>
              </a:lnSpc>
              <a:buClrTx/>
              <a:buSzTx/>
            </a:pPr>
            <a:r>
              <a:rPr lang="en-US" altLang="zh-CN" sz="1600" spc="0">
                <a:solidFill>
                  <a:schemeClr val="tx1">
                    <a:lumMod val="65000"/>
                    <a:lumOff val="35000"/>
                  </a:schemeClr>
                </a:solidFill>
                <a:sym typeface="+mn-ea"/>
              </a:rPr>
              <a:t>获取硬件支持的并发线程数，可以理解成CPU的核心数，不同OS上实现方式</a:t>
            </a:r>
            <a:r>
              <a:rPr sz="1600" spc="0">
                <a:solidFill>
                  <a:schemeClr val="tx1">
                    <a:lumMod val="65000"/>
                    <a:lumOff val="35000"/>
                  </a:schemeClr>
                </a:solidFill>
                <a:sym typeface="+mn-ea"/>
              </a:rPr>
              <a:t>不</a:t>
            </a:r>
            <a:r>
              <a:rPr lang="en-US" altLang="zh-CN" sz="1600" spc="0">
                <a:solidFill>
                  <a:schemeClr val="tx1">
                    <a:lumMod val="65000"/>
                    <a:lumOff val="35000"/>
                  </a:schemeClr>
                </a:solidFill>
                <a:sym typeface="+mn-ea"/>
              </a:rPr>
              <a:t>一样，按标准的描述，该</a:t>
            </a:r>
            <a:r>
              <a:rPr sz="1600" spc="0">
                <a:solidFill>
                  <a:schemeClr val="tx1">
                    <a:lumMod val="65000"/>
                    <a:lumOff val="35000"/>
                  </a:schemeClr>
                </a:solidFill>
                <a:sym typeface="+mn-ea"/>
              </a:rPr>
              <a:t>值</a:t>
            </a:r>
            <a:r>
              <a:rPr lang="en-US" altLang="zh-CN" sz="1600" spc="0">
                <a:solidFill>
                  <a:schemeClr val="tx1">
                    <a:lumMod val="65000"/>
                    <a:lumOff val="35000"/>
                  </a:schemeClr>
                </a:solidFill>
                <a:sym typeface="+mn-ea"/>
              </a:rPr>
              <a:t>只是一个hint(提示)，不一定准确。通常要获取CPU核心数，最好调用OS提供API</a:t>
            </a:r>
            <a:endParaRPr lang="en-US" altLang="zh-CN" sz="1600" spc="0">
              <a:solidFill>
                <a:schemeClr val="tx1">
                  <a:lumMod val="65000"/>
                  <a:lumOff val="35000"/>
                </a:schemeClr>
              </a:solidFill>
              <a:sym typeface="+mn-ea"/>
            </a:endParaRPr>
          </a:p>
          <a:p>
            <a:pPr>
              <a:lnSpc>
                <a:spcPct val="150000"/>
              </a:lnSpc>
            </a:pPr>
            <a:r>
              <a:rPr sz="1600" spc="0" dirty="0">
                <a:solidFill>
                  <a:schemeClr val="tx1">
                    <a:lumMod val="65000"/>
                    <a:lumOff val="35000"/>
                  </a:schemeClr>
                </a:solidFill>
                <a:sym typeface="+mn-ea"/>
              </a:rPr>
              <a:t>线程池的大小往往设置为cpu的核心数，来避免频繁的上下文切换</a:t>
            </a:r>
            <a:endParaRPr sz="1600" spc="0" dirty="0">
              <a:solidFill>
                <a:schemeClr val="tx1">
                  <a:lumMod val="65000"/>
                  <a:lumOff val="35000"/>
                </a:schemeClr>
              </a:solidFill>
              <a:sym typeface="+mn-ea"/>
            </a:endParaRPr>
          </a:p>
        </p:txBody>
      </p:sp>
      <p:sp>
        <p:nvSpPr>
          <p:cNvPr id="2" name="文本框 1"/>
          <p:cNvSpPr txBox="1"/>
          <p:nvPr>
            <p:custDataLst>
              <p:tags r:id="rId2"/>
            </p:custDataLst>
          </p:nvPr>
        </p:nvSpPr>
        <p:spPr>
          <a:xfrm>
            <a:off x="457200" y="496570"/>
            <a:ext cx="8061325" cy="506730"/>
          </a:xfrm>
          <a:prstGeom prst="rect">
            <a:avLst/>
          </a:prstGeom>
          <a:noFill/>
        </p:spPr>
        <p:txBody>
          <a:bodyPr wrap="square" rtlCol="0">
            <a:spAutoFit/>
          </a:bodyPr>
          <a:p>
            <a:pPr marL="0" indent="0">
              <a:buNone/>
            </a:pPr>
            <a:r>
              <a:rPr lang="zh-CN" altLang="en-US" sz="2700" b="1" dirty="0" err="1">
                <a:latin typeface="微软雅黑" panose="020B0503020204020204" charset="-122"/>
                <a:cs typeface="微软雅黑" panose="020B0503020204020204" charset="-122"/>
                <a:sym typeface="+mn-ea"/>
              </a:rPr>
              <a:t>获取当</a:t>
            </a:r>
            <a:r>
              <a:rPr lang="en-US" altLang="zh-CN" sz="2700" b="1" dirty="0" err="1">
                <a:latin typeface="微软雅黑" panose="020B0503020204020204" charset="-122"/>
                <a:cs typeface="微软雅黑" panose="020B0503020204020204" charset="-122"/>
                <a:sym typeface="+mn-ea"/>
              </a:rPr>
              <a:t>CPU</a:t>
            </a:r>
            <a:r>
              <a:rPr lang="zh-CN" altLang="en-US" sz="2700" b="1" dirty="0" err="1">
                <a:latin typeface="微软雅黑" panose="020B0503020204020204" charset="-122"/>
                <a:cs typeface="微软雅黑" panose="020B0503020204020204" charset="-122"/>
                <a:sym typeface="+mn-ea"/>
              </a:rPr>
              <a:t>的核心数</a:t>
            </a:r>
            <a:endParaRPr lang="zh-CN" altLang="en-US" sz="2700" b="1" dirty="0" err="1">
              <a:latin typeface="微软雅黑" panose="020B0503020204020204" charset="-122"/>
              <a:cs typeface="微软雅黑" panose="020B0503020204020204" charset="-122"/>
              <a:sym typeface="+mn-ea"/>
            </a:endParaRPr>
          </a:p>
        </p:txBody>
      </p:sp>
      <mc:AlternateContent xmlns:mc="http://schemas.openxmlformats.org/markup-compatibility/2006" xmlns:p14="http://schemas.microsoft.com/office/powerpoint/2010/main">
        <mc:Choice Requires="p14">
          <p:contentPart r:id="rId3" p14:bwMode="auto">
            <p14:nvContentPartPr>
              <p14:cNvPr id="7" name="墨迹 6"/>
              <p14:cNvContentPartPr/>
              <p14:nvPr>
                <p:custDataLst>
                  <p:tags r:id="rId4"/>
                </p:custDataLst>
              </p14:nvPr>
            </p14:nvContentPartPr>
            <p14:xfrm>
              <a:off x="10020300" y="6604000"/>
              <a:ext cx="12700" cy="360"/>
            </p14:xfrm>
          </p:contentPart>
        </mc:Choice>
        <mc:Fallback xmlns="">
          <p:pic>
            <p:nvPicPr>
              <p:cNvPr id="7" name="墨迹 6"/>
            </p:nvPicPr>
            <p:blipFill>
              <a:blip r:embed="rId5"/>
            </p:blipFill>
            <p:spPr>
              <a:xfrm>
                <a:off x="10020300" y="6604000"/>
                <a:ext cx="12700" cy="360"/>
              </a:xfrm>
              <a:prstGeom prst="rect"/>
            </p:spPr>
          </p:pic>
        </mc:Fallback>
      </mc:AlternateContent>
    </p:spTree>
    <p:custDataLst>
      <p:tags r:id="rId6"/>
    </p:custDataLst>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custDataLst>
              <p:tags r:id="rId1"/>
            </p:custDataLst>
          </p:nvPr>
        </p:nvSpPr>
        <p:spPr>
          <a:xfrm>
            <a:off x="457200" y="1109345"/>
            <a:ext cx="8061325" cy="5469890"/>
          </a:xfrm>
        </p:spPr>
        <p:txBody>
          <a:bodyPr>
            <a:normAutofit lnSpcReduction="10000"/>
          </a:bodyPr>
          <a:lstStyle/>
          <a:p>
            <a:pPr marL="0" algn="l">
              <a:lnSpc>
                <a:spcPct val="150000"/>
              </a:lnSpc>
              <a:buClrTx/>
              <a:buSzTx/>
              <a:buNone/>
            </a:pPr>
            <a:r>
              <a:rPr sz="1600" spc="0" dirty="0">
                <a:solidFill>
                  <a:schemeClr val="tx1">
                    <a:lumMod val="65000"/>
                    <a:lumOff val="35000"/>
                  </a:schemeClr>
                </a:solidFill>
                <a:sym typeface="+mn-ea"/>
              </a:rPr>
              <a:t>this_thread顾名思义，是指代的当前线程，该命名空间的所有方法都是针对当前线程的</a:t>
            </a:r>
            <a:endParaRPr sz="1600" spc="0" dirty="0">
              <a:solidFill>
                <a:schemeClr val="tx1">
                  <a:lumMod val="65000"/>
                  <a:lumOff val="35000"/>
                </a:schemeClr>
              </a:solidFill>
              <a:sym typeface="+mn-ea"/>
            </a:endParaRPr>
          </a:p>
          <a:p>
            <a:pPr marL="114300" indent="-285750" algn="l">
              <a:lnSpc>
                <a:spcPct val="150000"/>
              </a:lnSpc>
              <a:buClrTx/>
              <a:buSzTx/>
            </a:pPr>
            <a:r>
              <a:rPr sz="1600" spc="0" dirty="0">
                <a:solidFill>
                  <a:schemeClr val="tx1">
                    <a:lumMod val="65000"/>
                    <a:lumOff val="35000"/>
                  </a:schemeClr>
                </a:solidFill>
                <a:sym typeface="+mn-ea"/>
              </a:rPr>
              <a:t>获取线程</a:t>
            </a:r>
            <a:r>
              <a:rPr lang="en-US" altLang="zh-CN" sz="1600" spc="0" dirty="0">
                <a:solidFill>
                  <a:schemeClr val="tx1">
                    <a:lumMod val="65000"/>
                    <a:lumOff val="35000"/>
                  </a:schemeClr>
                </a:solidFill>
                <a:sym typeface="+mn-ea"/>
              </a:rPr>
              <a:t>ID</a:t>
            </a:r>
            <a:endParaRPr lang="en-US" altLang="zh-CN" sz="1600" spc="0" dirty="0">
              <a:solidFill>
                <a:schemeClr val="tx1">
                  <a:lumMod val="65000"/>
                  <a:lumOff val="35000"/>
                </a:schemeClr>
              </a:solidFill>
              <a:sym typeface="+mn-ea"/>
            </a:endParaRPr>
          </a:p>
          <a:p>
            <a:pPr marL="0" indent="0" algn="l">
              <a:lnSpc>
                <a:spcPct val="150000"/>
              </a:lnSpc>
              <a:buClrTx/>
              <a:buSzTx/>
              <a:buNone/>
            </a:pPr>
            <a:r>
              <a:rPr lang="en-US" altLang="zh-CN" sz="1600" b="1" spc="0" dirty="0">
                <a:solidFill>
                  <a:srgbClr val="FF0000"/>
                </a:solidFill>
                <a:sym typeface="+mn-ea"/>
              </a:rPr>
              <a:t>std::this_thread::get_id()</a:t>
            </a:r>
            <a:endParaRPr lang="en-US" altLang="zh-CN" sz="1600" b="1" spc="0" dirty="0">
              <a:solidFill>
                <a:srgbClr val="FF0000"/>
              </a:solidFill>
              <a:sym typeface="+mn-ea"/>
            </a:endParaRPr>
          </a:p>
          <a:p>
            <a:pPr marL="0" indent="0" algn="l">
              <a:lnSpc>
                <a:spcPct val="150000"/>
              </a:lnSpc>
              <a:buClrTx/>
              <a:buSzTx/>
              <a:buNone/>
            </a:pPr>
            <a:r>
              <a:rPr sz="1600" spc="0" dirty="0">
                <a:solidFill>
                  <a:schemeClr val="tx1">
                    <a:lumMod val="65000"/>
                    <a:lumOff val="35000"/>
                  </a:schemeClr>
                </a:solidFill>
                <a:sym typeface="+mn-ea"/>
              </a:rPr>
              <a:t>我们在分析程序的运行状态时，可以通过工具看到程序中线程的运行状态，典型的在linux下可以通过top命令看到线程的运行状态，包括线程cpu占用率等，此时的线程ID就是每个线程唯一标识。通常我们在日志中记入thread id，以便结构工具分析线程的运行情况。</a:t>
            </a:r>
            <a:endParaRPr sz="1600" spc="0" dirty="0">
              <a:solidFill>
                <a:schemeClr val="tx1">
                  <a:lumMod val="65000"/>
                  <a:lumOff val="35000"/>
                </a:schemeClr>
              </a:solidFill>
              <a:sym typeface="+mn-ea"/>
            </a:endParaRPr>
          </a:p>
          <a:p>
            <a:pPr algn="l">
              <a:lnSpc>
                <a:spcPct val="150000"/>
              </a:lnSpc>
              <a:buClrTx/>
              <a:buSzTx/>
            </a:pPr>
            <a:r>
              <a:rPr sz="1600" spc="0" dirty="0">
                <a:solidFill>
                  <a:schemeClr val="tx1">
                    <a:lumMod val="65000"/>
                    <a:lumOff val="35000"/>
                  </a:schemeClr>
                </a:solidFill>
                <a:sym typeface="+mn-ea"/>
              </a:rPr>
              <a:t>线程休眠</a:t>
            </a:r>
            <a:endParaRPr sz="1600" spc="0" dirty="0">
              <a:solidFill>
                <a:schemeClr val="tx1">
                  <a:lumMod val="65000"/>
                  <a:lumOff val="35000"/>
                </a:schemeClr>
              </a:solidFill>
              <a:sym typeface="+mn-ea"/>
            </a:endParaRPr>
          </a:p>
          <a:p>
            <a:pPr marL="0" indent="0" algn="l">
              <a:lnSpc>
                <a:spcPct val="150000"/>
              </a:lnSpc>
              <a:buClrTx/>
              <a:buSzTx/>
              <a:buNone/>
            </a:pPr>
            <a:r>
              <a:rPr sz="1600" b="1" spc="0" dirty="0">
                <a:solidFill>
                  <a:srgbClr val="FF0000"/>
                </a:solidFill>
                <a:sym typeface="+mn-ea"/>
              </a:rPr>
              <a:t>std::this_thread::sleep_for</a:t>
            </a:r>
            <a:endParaRPr sz="1600" b="1" spc="0" dirty="0">
              <a:solidFill>
                <a:srgbClr val="FF0000"/>
              </a:solidFill>
              <a:sym typeface="+mn-ea"/>
            </a:endParaRPr>
          </a:p>
          <a:p>
            <a:pPr marL="0" indent="0" algn="l">
              <a:lnSpc>
                <a:spcPct val="150000"/>
              </a:lnSpc>
              <a:buClrTx/>
              <a:buSzTx/>
              <a:buNone/>
            </a:pPr>
            <a:r>
              <a:rPr sz="1600" spc="0" dirty="0">
                <a:solidFill>
                  <a:schemeClr val="tx1">
                    <a:lumMod val="65000"/>
                    <a:lumOff val="35000"/>
                  </a:schemeClr>
                </a:solidFill>
                <a:sym typeface="+mn-ea"/>
              </a:rPr>
              <a:t>使当前线程休眠一段时间，它的参数是一个时间段</a:t>
            </a:r>
            <a:endParaRPr sz="1600" spc="0" dirty="0">
              <a:solidFill>
                <a:schemeClr val="tx1">
                  <a:lumMod val="65000"/>
                  <a:lumOff val="35000"/>
                </a:schemeClr>
              </a:solidFill>
              <a:sym typeface="+mn-ea"/>
            </a:endParaRPr>
          </a:p>
          <a:p>
            <a:pPr marL="0" algn="l">
              <a:lnSpc>
                <a:spcPct val="150000"/>
              </a:lnSpc>
              <a:buClrTx/>
              <a:buSzTx/>
              <a:buNone/>
            </a:pPr>
            <a:r>
              <a:rPr sz="1600" b="1" spc="0" dirty="0">
                <a:solidFill>
                  <a:srgbClr val="FF0000"/>
                </a:solidFill>
                <a:sym typeface="+mn-ea"/>
              </a:rPr>
              <a:t>std::this_thread::sleep_</a:t>
            </a:r>
            <a:r>
              <a:rPr lang="en-US" altLang="zh-CN" sz="1600" b="1" spc="0" dirty="0">
                <a:solidFill>
                  <a:srgbClr val="FF0000"/>
                </a:solidFill>
                <a:sym typeface="+mn-ea"/>
              </a:rPr>
              <a:t>until</a:t>
            </a:r>
            <a:endParaRPr sz="1600" b="1" spc="0" dirty="0">
              <a:solidFill>
                <a:srgbClr val="FF0000"/>
              </a:solidFill>
              <a:sym typeface="+mn-ea"/>
            </a:endParaRPr>
          </a:p>
          <a:p>
            <a:pPr marL="0" algn="l">
              <a:lnSpc>
                <a:spcPct val="150000"/>
              </a:lnSpc>
              <a:buClrTx/>
              <a:buSzTx/>
              <a:buNone/>
            </a:pPr>
            <a:r>
              <a:rPr sz="1600" spc="0" dirty="0">
                <a:solidFill>
                  <a:schemeClr val="tx1">
                    <a:lumMod val="65000"/>
                    <a:lumOff val="35000"/>
                  </a:schemeClr>
                </a:solidFill>
                <a:sym typeface="+mn-ea"/>
              </a:rPr>
              <a:t>使当前线程休眠到指定时间点，它的参数是一个时间点</a:t>
            </a:r>
            <a:endParaRPr sz="1600" spc="0" dirty="0">
              <a:solidFill>
                <a:schemeClr val="tx1">
                  <a:lumMod val="65000"/>
                  <a:lumOff val="35000"/>
                </a:schemeClr>
              </a:solidFill>
              <a:sym typeface="+mn-ea"/>
            </a:endParaRPr>
          </a:p>
        </p:txBody>
      </p:sp>
      <p:sp>
        <p:nvSpPr>
          <p:cNvPr id="2" name="文本框 1"/>
          <p:cNvSpPr txBox="1"/>
          <p:nvPr>
            <p:custDataLst>
              <p:tags r:id="rId2"/>
            </p:custDataLst>
          </p:nvPr>
        </p:nvSpPr>
        <p:spPr>
          <a:xfrm>
            <a:off x="457200" y="496570"/>
            <a:ext cx="8061325" cy="506730"/>
          </a:xfrm>
          <a:prstGeom prst="rect">
            <a:avLst/>
          </a:prstGeom>
          <a:noFill/>
        </p:spPr>
        <p:txBody>
          <a:bodyPr wrap="square" rtlCol="0">
            <a:spAutoFit/>
          </a:bodyPr>
          <a:p>
            <a:pPr marL="0" indent="0">
              <a:buNone/>
            </a:pPr>
            <a:r>
              <a:rPr lang="en-US" altLang="zh-CN" sz="2700" b="1" dirty="0">
                <a:latin typeface="微软雅黑" panose="020B0503020204020204" charset="-122"/>
                <a:cs typeface="微软雅黑" panose="020B0503020204020204" charset="-122"/>
                <a:sym typeface="+mn-ea"/>
              </a:rPr>
              <a:t>this_thread</a:t>
            </a:r>
            <a:r>
              <a:rPr lang="zh-CN" altLang="en-US" sz="2700" b="1" dirty="0">
                <a:latin typeface="微软雅黑" panose="020B0503020204020204" charset="-122"/>
                <a:cs typeface="微软雅黑" panose="020B0503020204020204" charset="-122"/>
                <a:sym typeface="+mn-ea"/>
              </a:rPr>
              <a:t>命名空间中的方法</a:t>
            </a:r>
            <a:endParaRPr lang="zh-CN" altLang="en-US" sz="2700" b="1" dirty="0">
              <a:latin typeface="微软雅黑" panose="020B0503020204020204" charset="-122"/>
              <a:cs typeface="微软雅黑" panose="020B0503020204020204" charset="-122"/>
              <a:sym typeface="+mn-ea"/>
            </a:endParaRPr>
          </a:p>
        </p:txBody>
      </p:sp>
    </p:spTree>
    <p:custDataLst>
      <p:tags r:id="rId3"/>
    </p:custDataLst>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Text Box 3"/>
          <p:cNvSpPr>
            <a:spLocks noChangeArrowheads="1"/>
          </p:cNvSpPr>
          <p:nvPr>
            <p:custDataLst>
              <p:tags r:id="rId1"/>
            </p:custDataLst>
          </p:nvPr>
        </p:nvSpPr>
        <p:spPr bwMode="auto">
          <a:xfrm>
            <a:off x="963741" y="3162185"/>
            <a:ext cx="4521200" cy="748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none" anchor="ctr">
            <a:spAutoFit/>
          </a:bodyPr>
          <a:lstStyle/>
          <a:p>
            <a:pPr algn="r"/>
            <a:r>
              <a:rPr lang="zh-CN" sz="4270" b="1" dirty="0">
                <a:solidFill>
                  <a:schemeClr val="accent5">
                    <a:lumMod val="75000"/>
                  </a:schemeClr>
                </a:solidFill>
                <a:latin typeface="Arial" panose="020B0604020202020204" pitchFamily="34" charset="0"/>
                <a:ea typeface="微软雅黑" panose="020B0503020204020204" charset="-122"/>
                <a:sym typeface="+mn-ea"/>
              </a:rPr>
              <a:t>生产者消费者队列</a:t>
            </a:r>
            <a:endParaRPr lang="zh-CN" sz="4270" b="1" dirty="0">
              <a:solidFill>
                <a:schemeClr val="accent5">
                  <a:lumMod val="75000"/>
                </a:schemeClr>
              </a:solidFill>
              <a:latin typeface="Arial" panose="020B0604020202020204" pitchFamily="34" charset="0"/>
              <a:ea typeface="微软雅黑" panose="020B0503020204020204" charset="-122"/>
              <a:sym typeface="+mn-ea"/>
            </a:endParaRPr>
          </a:p>
        </p:txBody>
      </p:sp>
      <p:sp>
        <p:nvSpPr>
          <p:cNvPr id="5124" name="淘宝网chenying0907出品 10"/>
          <p:cNvSpPr>
            <a:spLocks noChangeArrowheads="1"/>
          </p:cNvSpPr>
          <p:nvPr>
            <p:custDataLst>
              <p:tags r:id="rId2"/>
            </p:custDataLst>
          </p:nvPr>
        </p:nvSpPr>
        <p:spPr bwMode="auto">
          <a:xfrm>
            <a:off x="4094291" y="2649895"/>
            <a:ext cx="132588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r"/>
            <a:r>
              <a:rPr lang="zh-CN" altLang="en-US" dirty="0">
                <a:solidFill>
                  <a:schemeClr val="accent1"/>
                </a:solidFill>
                <a:latin typeface="Arial" panose="020B0604020202020204" pitchFamily="34" charset="0"/>
                <a:ea typeface="微软雅黑" panose="020B0503020204020204" charset="-122"/>
                <a:sym typeface="Arial" panose="020B0604020202020204" pitchFamily="34" charset="0"/>
              </a:rPr>
              <a:t>多线程编程</a:t>
            </a:r>
            <a:endParaRPr lang="zh-CN" altLang="en-US" dirty="0">
              <a:solidFill>
                <a:schemeClr val="accent1"/>
              </a:solidFill>
              <a:latin typeface="Arial" panose="020B0604020202020204" pitchFamily="34" charset="0"/>
              <a:ea typeface="微软雅黑" panose="020B0503020204020204" charset="-122"/>
              <a:sym typeface="Arial" panose="020B0604020202020204" pitchFamily="34" charset="0"/>
            </a:endParaRPr>
          </a:p>
        </p:txBody>
      </p:sp>
      <p:sp>
        <p:nvSpPr>
          <p:cNvPr id="5125" name="淘宝网chenying0907出品 11"/>
          <p:cNvSpPr>
            <a:spLocks noChangeShapeType="1"/>
          </p:cNvSpPr>
          <p:nvPr>
            <p:custDataLst>
              <p:tags r:id="rId3"/>
            </p:custDataLst>
          </p:nvPr>
        </p:nvSpPr>
        <p:spPr bwMode="auto">
          <a:xfrm>
            <a:off x="1505825" y="2960613"/>
            <a:ext cx="3914345" cy="1191"/>
          </a:xfrm>
          <a:prstGeom prst="line">
            <a:avLst/>
          </a:prstGeom>
          <a:noFill/>
          <a:ln w="6350" cap="flat" cmpd="sng">
            <a:solidFill>
              <a:schemeClr val="accent1"/>
            </a:solidFill>
            <a:bevel/>
          </a:ln>
          <a:extLst>
            <a:ext uri="{909E8E84-426E-40DD-AFC4-6F175D3DCCD1}">
              <a14:hiddenFill xmlns:a14="http://schemas.microsoft.com/office/drawing/2010/main">
                <a:noFill/>
              </a14:hiddenFill>
            </a:ext>
          </a:extLst>
        </p:spPr>
        <p:txBody>
          <a:bodyPr/>
          <a:lstStyle/>
          <a:p>
            <a:endParaRPr lang="zh-CN" altLang="en-US" sz="1420">
              <a:solidFill>
                <a:schemeClr val="accent1"/>
              </a:solidFill>
              <a:latin typeface="Arial" panose="020B0604020202020204" pitchFamily="34" charset="0"/>
              <a:ea typeface="微软雅黑" panose="020B0503020204020204" charset="-122"/>
              <a:sym typeface="Arial" panose="020B0604020202020204" pitchFamily="34" charset="0"/>
            </a:endParaRPr>
          </a:p>
        </p:txBody>
      </p:sp>
      <p:sp>
        <p:nvSpPr>
          <p:cNvPr id="7" name="Text Box 3"/>
          <p:cNvSpPr>
            <a:spLocks noChangeArrowheads="1"/>
          </p:cNvSpPr>
          <p:nvPr>
            <p:custDataLst>
              <p:tags r:id="rId4"/>
            </p:custDataLst>
          </p:nvPr>
        </p:nvSpPr>
        <p:spPr bwMode="auto">
          <a:xfrm>
            <a:off x="5545075" y="2294165"/>
            <a:ext cx="309880" cy="227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none" anchor="ctr">
            <a:spAutoFit/>
          </a:bodyPr>
          <a:lstStyle/>
          <a:p>
            <a:endParaRPr lang="en-US" altLang="en-US" sz="14155" b="1" dirty="0">
              <a:solidFill>
                <a:schemeClr val="accent5">
                  <a:lumMod val="75000"/>
                </a:schemeClr>
              </a:solidFill>
              <a:latin typeface="Arial" panose="020B0604020202020204" pitchFamily="34" charset="0"/>
              <a:ea typeface="微软雅黑" panose="020B0503020204020204" charset="-122"/>
              <a:sym typeface="Arial" panose="020B0604020202020204" pitchFamily="34" charset="0"/>
            </a:endParaRPr>
          </a:p>
        </p:txBody>
      </p:sp>
      <p:sp>
        <p:nvSpPr>
          <p:cNvPr id="4" name="淘宝网chenying0907出品 11"/>
          <p:cNvSpPr>
            <a:spLocks noChangeShapeType="1"/>
          </p:cNvSpPr>
          <p:nvPr>
            <p:custDataLst>
              <p:tags r:id="rId5"/>
            </p:custDataLst>
          </p:nvPr>
        </p:nvSpPr>
        <p:spPr bwMode="auto">
          <a:xfrm>
            <a:off x="1501380" y="2960613"/>
            <a:ext cx="3914345" cy="1191"/>
          </a:xfrm>
          <a:prstGeom prst="line">
            <a:avLst/>
          </a:prstGeom>
          <a:noFill/>
          <a:ln w="6350" cap="flat" cmpd="sng">
            <a:solidFill>
              <a:schemeClr val="accent1"/>
            </a:solidFill>
            <a:bevel/>
          </a:ln>
          <a:extLst>
            <a:ext uri="{909E8E84-426E-40DD-AFC4-6F175D3DCCD1}">
              <a14:hiddenFill xmlns:a14="http://schemas.microsoft.com/office/drawing/2010/main">
                <a:noFill/>
              </a14:hiddenFill>
            </a:ext>
          </a:extLst>
        </p:spPr>
        <p:txBody>
          <a:bodyPr/>
          <a:lstStyle/>
          <a:p>
            <a:endParaRPr lang="zh-CN" altLang="en-US" sz="1420">
              <a:solidFill>
                <a:schemeClr val="accent1"/>
              </a:solidFill>
              <a:latin typeface="Arial" panose="020B0604020202020204" pitchFamily="34" charset="0"/>
              <a:ea typeface="微软雅黑" panose="020B0503020204020204" charset="-122"/>
              <a:sym typeface="Arial" panose="020B0604020202020204" pitchFamily="34" charset="0"/>
            </a:endParaRPr>
          </a:p>
        </p:txBody>
      </p:sp>
      <p:sp>
        <p:nvSpPr>
          <p:cNvPr id="5" name="Text Box 3"/>
          <p:cNvSpPr>
            <a:spLocks noChangeArrowheads="1"/>
          </p:cNvSpPr>
          <p:nvPr>
            <p:custDataLst>
              <p:tags r:id="rId6"/>
            </p:custDataLst>
          </p:nvPr>
        </p:nvSpPr>
        <p:spPr bwMode="auto">
          <a:xfrm>
            <a:off x="5540630" y="2294165"/>
            <a:ext cx="2183130" cy="227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none" anchor="ctr">
            <a:spAutoFit/>
          </a:bodyPr>
          <a:lstStyle/>
          <a:p>
            <a:r>
              <a:rPr lang="en-US" sz="14155" dirty="0">
                <a:solidFill>
                  <a:schemeClr val="accent5">
                    <a:lumMod val="75000"/>
                  </a:schemeClr>
                </a:solidFill>
                <a:latin typeface="Arial" panose="020B0604020202020204" pitchFamily="34" charset="0"/>
                <a:ea typeface="微软雅黑" panose="020B0503020204020204" charset="-122"/>
                <a:sym typeface="Arial" panose="020B0604020202020204" pitchFamily="34" charset="0"/>
              </a:rPr>
              <a:t>05</a:t>
            </a:r>
            <a:endParaRPr lang="en-US" altLang="en-US" sz="14155" b="1" dirty="0">
              <a:solidFill>
                <a:schemeClr val="accent5">
                  <a:lumMod val="75000"/>
                </a:schemeClr>
              </a:solidFill>
              <a:latin typeface="Arial" panose="020B0604020202020204" pitchFamily="34" charset="0"/>
              <a:ea typeface="微软雅黑" panose="020B0503020204020204" charset="-122"/>
              <a:sym typeface="Arial" panose="020B0604020202020204" pitchFamily="34" charset="0"/>
            </a:endParaRPr>
          </a:p>
        </p:txBody>
      </p:sp>
    </p:spTree>
    <p:custDataLst>
      <p:tags r:id="rId7"/>
    </p:custDataLst>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randombar(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custDataLst>
              <p:tags r:id="rId1"/>
            </p:custDataLst>
          </p:nvPr>
        </p:nvSpPr>
        <p:spPr>
          <a:xfrm>
            <a:off x="457200" y="675640"/>
            <a:ext cx="8283575" cy="5805805"/>
          </a:xfrm>
        </p:spPr>
        <p:txBody>
          <a:bodyPr>
            <a:normAutofit/>
          </a:bodyPr>
          <a:lstStyle/>
          <a:p>
            <a:pPr marL="0" algn="l">
              <a:lnSpc>
                <a:spcPct val="100000"/>
              </a:lnSpc>
              <a:buClrTx/>
              <a:buSzTx/>
              <a:buFontTx/>
              <a:buNone/>
            </a:pPr>
            <a:r>
              <a:rPr sz="2000" b="1" spc="0" dirty="0">
                <a:latin typeface="微软雅黑" panose="020B0503020204020204" charset="-122"/>
                <a:ea typeface="+mn-ea"/>
                <a:cs typeface="微软雅黑" panose="020B0503020204020204" charset="-122"/>
                <a:sym typeface="+mn-ea"/>
              </a:rPr>
              <a:t>生产者消费者队列</a:t>
            </a:r>
            <a:endParaRPr sz="2000" b="1" spc="0" dirty="0">
              <a:latin typeface="微软雅黑" panose="020B0503020204020204" charset="-122"/>
              <a:ea typeface="+mn-ea"/>
              <a:cs typeface="微软雅黑" panose="020B0503020204020204" charset="-122"/>
              <a:sym typeface="+mn-ea"/>
            </a:endParaRPr>
          </a:p>
          <a:p>
            <a:pPr marL="0" algn="l">
              <a:lnSpc>
                <a:spcPct val="100000"/>
              </a:lnSpc>
              <a:buClrTx/>
              <a:buSzTx/>
              <a:buFontTx/>
              <a:buNone/>
            </a:pPr>
            <a:endParaRPr sz="2000" b="1" spc="0" dirty="0">
              <a:latin typeface="微软雅黑" panose="020B0503020204020204" charset="-122"/>
              <a:ea typeface="+mn-ea"/>
              <a:cs typeface="微软雅黑" panose="020B0503020204020204" charset="-122"/>
              <a:sym typeface="+mn-ea"/>
            </a:endParaRPr>
          </a:p>
          <a:p>
            <a:pPr marL="0" indent="0">
              <a:lnSpc>
                <a:spcPct val="150000"/>
              </a:lnSpc>
              <a:buNone/>
            </a:pPr>
            <a:r>
              <a:rPr sz="1600" spc="0" dirty="0">
                <a:solidFill>
                  <a:schemeClr val="tx1">
                    <a:lumMod val="65000"/>
                    <a:lumOff val="35000"/>
                  </a:schemeClr>
                </a:solidFill>
                <a:sym typeface="+mn-ea"/>
              </a:rPr>
              <a:t>它是实现线程间协作，交互一种重要手段。从一端放数据，从另一端取数据。放入数据的线程称为生产者，取出数据的线程称为消费者。生产者和消费者可以有一个或多个。</a:t>
            </a:r>
            <a:endParaRPr sz="1600" spc="0" dirty="0">
              <a:solidFill>
                <a:schemeClr val="tx1">
                  <a:lumMod val="65000"/>
                  <a:lumOff val="35000"/>
                </a:schemeClr>
              </a:solidFill>
              <a:sym typeface="+mn-ea"/>
            </a:endParaRPr>
          </a:p>
          <a:p>
            <a:pPr marL="0" indent="0">
              <a:lnSpc>
                <a:spcPct val="150000"/>
              </a:lnSpc>
              <a:buNone/>
            </a:pPr>
            <a:r>
              <a:rPr lang="en-US" altLang="zh-CN" sz="1600" spc="0" dirty="0">
                <a:solidFill>
                  <a:schemeClr val="tx1">
                    <a:lumMod val="65000"/>
                    <a:lumOff val="35000"/>
                  </a:schemeClr>
                </a:solidFill>
                <a:sym typeface="+mn-ea"/>
              </a:rPr>
              <a:t> </a:t>
            </a:r>
            <a:endParaRPr sz="1600" spc="0" dirty="0">
              <a:solidFill>
                <a:schemeClr val="tx1">
                  <a:lumMod val="65000"/>
                  <a:lumOff val="35000"/>
                </a:schemeClr>
              </a:solidFill>
              <a:sym typeface="+mn-ea"/>
            </a:endParaRPr>
          </a:p>
          <a:p>
            <a:pPr marL="0" indent="0">
              <a:lnSpc>
                <a:spcPct val="150000"/>
              </a:lnSpc>
              <a:buNone/>
            </a:pPr>
            <a:endParaRPr sz="1600" spc="0" dirty="0">
              <a:solidFill>
                <a:schemeClr val="tx1">
                  <a:lumMod val="65000"/>
                  <a:lumOff val="35000"/>
                </a:schemeClr>
              </a:solidFill>
              <a:sym typeface="+mn-ea"/>
            </a:endParaRPr>
          </a:p>
          <a:p>
            <a:pPr marL="0" indent="0">
              <a:lnSpc>
                <a:spcPct val="150000"/>
              </a:lnSpc>
              <a:buNone/>
            </a:pPr>
            <a:endParaRPr sz="1600" spc="0" dirty="0">
              <a:solidFill>
                <a:schemeClr val="tx1">
                  <a:lumMod val="65000"/>
                  <a:lumOff val="35000"/>
                </a:schemeClr>
              </a:solidFill>
              <a:sym typeface="+mn-ea"/>
            </a:endParaRPr>
          </a:p>
        </p:txBody>
      </p:sp>
      <p:sp>
        <p:nvSpPr>
          <p:cNvPr id="2" name="矩形 1"/>
          <p:cNvSpPr/>
          <p:nvPr/>
        </p:nvSpPr>
        <p:spPr>
          <a:xfrm>
            <a:off x="1797050" y="4591050"/>
            <a:ext cx="431165" cy="5130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7" name="矩形 6"/>
          <p:cNvSpPr/>
          <p:nvPr/>
        </p:nvSpPr>
        <p:spPr>
          <a:xfrm>
            <a:off x="2228215" y="4591050"/>
            <a:ext cx="431165" cy="5130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 name="矩形 7"/>
          <p:cNvSpPr/>
          <p:nvPr/>
        </p:nvSpPr>
        <p:spPr>
          <a:xfrm>
            <a:off x="2659380" y="4591050"/>
            <a:ext cx="431165" cy="5130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9" name="矩形 8"/>
          <p:cNvSpPr/>
          <p:nvPr/>
        </p:nvSpPr>
        <p:spPr>
          <a:xfrm>
            <a:off x="3090545" y="4591050"/>
            <a:ext cx="431165" cy="5130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 name="矩形 9"/>
          <p:cNvSpPr/>
          <p:nvPr/>
        </p:nvSpPr>
        <p:spPr>
          <a:xfrm>
            <a:off x="3521710" y="4591050"/>
            <a:ext cx="431165" cy="5130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9" name="矩形 18"/>
          <p:cNvSpPr/>
          <p:nvPr/>
        </p:nvSpPr>
        <p:spPr>
          <a:xfrm>
            <a:off x="777875" y="5293360"/>
            <a:ext cx="360045" cy="2882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0" name="矩形 19"/>
          <p:cNvSpPr/>
          <p:nvPr/>
        </p:nvSpPr>
        <p:spPr>
          <a:xfrm>
            <a:off x="777875" y="4815840"/>
            <a:ext cx="360045" cy="2882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1" name="矩形 20"/>
          <p:cNvSpPr/>
          <p:nvPr/>
        </p:nvSpPr>
        <p:spPr>
          <a:xfrm>
            <a:off x="777875" y="4364990"/>
            <a:ext cx="360045" cy="2882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cxnSp>
        <p:nvCxnSpPr>
          <p:cNvPr id="22" name="直接箭头连接符 21"/>
          <p:cNvCxnSpPr/>
          <p:nvPr/>
        </p:nvCxnSpPr>
        <p:spPr>
          <a:xfrm>
            <a:off x="1254760" y="4519930"/>
            <a:ext cx="441960" cy="276860"/>
          </a:xfrm>
          <a:prstGeom prst="straightConnector1">
            <a:avLst/>
          </a:prstGeom>
          <a:ln>
            <a:tailEnd type="arrow" w="med" len="med"/>
          </a:ln>
        </p:spPr>
        <p:style>
          <a:lnRef idx="3">
            <a:schemeClr val="accent1"/>
          </a:lnRef>
          <a:fillRef idx="0">
            <a:schemeClr val="accent1"/>
          </a:fillRef>
          <a:effectRef idx="2">
            <a:schemeClr val="accent1"/>
          </a:effectRef>
          <a:fontRef idx="minor">
            <a:schemeClr val="tx1"/>
          </a:fontRef>
        </p:style>
      </p:cxnSp>
      <p:cxnSp>
        <p:nvCxnSpPr>
          <p:cNvPr id="25" name="直接箭头连接符 24"/>
          <p:cNvCxnSpPr/>
          <p:nvPr/>
        </p:nvCxnSpPr>
        <p:spPr>
          <a:xfrm>
            <a:off x="1264285" y="4940935"/>
            <a:ext cx="432435" cy="0"/>
          </a:xfrm>
          <a:prstGeom prst="straightConnector1">
            <a:avLst/>
          </a:prstGeom>
          <a:ln>
            <a:tailEnd type="arrow" w="med" len="med"/>
          </a:ln>
        </p:spPr>
        <p:style>
          <a:lnRef idx="3">
            <a:schemeClr val="accent1"/>
          </a:lnRef>
          <a:fillRef idx="0">
            <a:schemeClr val="accent1"/>
          </a:fillRef>
          <a:effectRef idx="2">
            <a:schemeClr val="accent1"/>
          </a:effectRef>
          <a:fontRef idx="minor">
            <a:schemeClr val="tx1"/>
          </a:fontRef>
        </p:style>
      </p:cxnSp>
      <p:cxnSp>
        <p:nvCxnSpPr>
          <p:cNvPr id="26" name="直接箭头连接符 25"/>
          <p:cNvCxnSpPr/>
          <p:nvPr/>
        </p:nvCxnSpPr>
        <p:spPr>
          <a:xfrm flipV="1">
            <a:off x="1264285" y="5085080"/>
            <a:ext cx="432435" cy="360045"/>
          </a:xfrm>
          <a:prstGeom prst="straightConnector1">
            <a:avLst/>
          </a:prstGeom>
          <a:ln>
            <a:tailEnd type="arrow" w="med" len="med"/>
          </a:ln>
        </p:spPr>
        <p:style>
          <a:lnRef idx="3">
            <a:schemeClr val="accent1"/>
          </a:lnRef>
          <a:fillRef idx="0">
            <a:schemeClr val="accent1"/>
          </a:fillRef>
          <a:effectRef idx="2">
            <a:schemeClr val="accent1"/>
          </a:effectRef>
          <a:fontRef idx="minor">
            <a:schemeClr val="tx1"/>
          </a:fontRef>
        </p:style>
      </p:cxnSp>
      <p:sp>
        <p:nvSpPr>
          <p:cNvPr id="29" name="矩形 28"/>
          <p:cNvSpPr/>
          <p:nvPr/>
        </p:nvSpPr>
        <p:spPr>
          <a:xfrm>
            <a:off x="4643120" y="5231130"/>
            <a:ext cx="360045" cy="2882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0" name="矩形 29"/>
          <p:cNvSpPr/>
          <p:nvPr/>
        </p:nvSpPr>
        <p:spPr>
          <a:xfrm>
            <a:off x="4643120" y="4753610"/>
            <a:ext cx="360045" cy="2882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1" name="矩形 30"/>
          <p:cNvSpPr/>
          <p:nvPr/>
        </p:nvSpPr>
        <p:spPr>
          <a:xfrm>
            <a:off x="4643120" y="4302760"/>
            <a:ext cx="360045" cy="2882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cxnSp>
        <p:nvCxnSpPr>
          <p:cNvPr id="37" name="直接箭头连接符 36"/>
          <p:cNvCxnSpPr/>
          <p:nvPr/>
        </p:nvCxnSpPr>
        <p:spPr>
          <a:xfrm>
            <a:off x="4100195" y="5104130"/>
            <a:ext cx="441960" cy="276860"/>
          </a:xfrm>
          <a:prstGeom prst="straightConnector1">
            <a:avLst/>
          </a:prstGeom>
          <a:ln>
            <a:tailEnd type="arrow" w="med" len="med"/>
          </a:ln>
        </p:spPr>
        <p:style>
          <a:lnRef idx="3">
            <a:schemeClr val="accent1"/>
          </a:lnRef>
          <a:fillRef idx="0">
            <a:schemeClr val="accent1"/>
          </a:fillRef>
          <a:effectRef idx="2">
            <a:schemeClr val="accent1"/>
          </a:effectRef>
          <a:fontRef idx="minor">
            <a:schemeClr val="tx1"/>
          </a:fontRef>
        </p:style>
      </p:cxnSp>
      <p:cxnSp>
        <p:nvCxnSpPr>
          <p:cNvPr id="38" name="直接箭头连接符 37"/>
          <p:cNvCxnSpPr/>
          <p:nvPr/>
        </p:nvCxnSpPr>
        <p:spPr>
          <a:xfrm>
            <a:off x="4081780" y="4897755"/>
            <a:ext cx="432435" cy="0"/>
          </a:xfrm>
          <a:prstGeom prst="straightConnector1">
            <a:avLst/>
          </a:prstGeom>
          <a:ln>
            <a:tailEnd type="arrow" w="med" len="med"/>
          </a:ln>
        </p:spPr>
        <p:style>
          <a:lnRef idx="3">
            <a:schemeClr val="accent1"/>
          </a:lnRef>
          <a:fillRef idx="0">
            <a:schemeClr val="accent1"/>
          </a:fillRef>
          <a:effectRef idx="2">
            <a:schemeClr val="accent1"/>
          </a:effectRef>
          <a:fontRef idx="minor">
            <a:schemeClr val="tx1"/>
          </a:fontRef>
        </p:style>
      </p:cxnSp>
      <p:cxnSp>
        <p:nvCxnSpPr>
          <p:cNvPr id="39" name="直接箭头连接符 38"/>
          <p:cNvCxnSpPr/>
          <p:nvPr/>
        </p:nvCxnSpPr>
        <p:spPr>
          <a:xfrm flipV="1">
            <a:off x="4081780" y="4393565"/>
            <a:ext cx="432435" cy="360045"/>
          </a:xfrm>
          <a:prstGeom prst="straightConnector1">
            <a:avLst/>
          </a:prstGeom>
          <a:ln>
            <a:tailEnd type="arrow" w="med" len="med"/>
          </a:ln>
        </p:spPr>
        <p:style>
          <a:lnRef idx="3">
            <a:schemeClr val="accent1"/>
          </a:lnRef>
          <a:fillRef idx="0">
            <a:schemeClr val="accent1"/>
          </a:fillRef>
          <a:effectRef idx="2">
            <a:schemeClr val="accent1"/>
          </a:effectRef>
          <a:fontRef idx="minor">
            <a:schemeClr val="tx1"/>
          </a:fontRef>
        </p:style>
      </p:cxnSp>
      <p:sp>
        <p:nvSpPr>
          <p:cNvPr id="40" name="文本框 39"/>
          <p:cNvSpPr txBox="1"/>
          <p:nvPr/>
        </p:nvSpPr>
        <p:spPr>
          <a:xfrm>
            <a:off x="5634990" y="3642995"/>
            <a:ext cx="3105785" cy="2409825"/>
          </a:xfrm>
          <a:prstGeom prst="rect">
            <a:avLst/>
          </a:prstGeom>
          <a:noFill/>
        </p:spPr>
        <p:txBody>
          <a:bodyPr wrap="square" rtlCol="0">
            <a:spAutoFit/>
          </a:bodyPr>
          <a:p>
            <a:pPr marL="285750" indent="-285750" algn="l">
              <a:lnSpc>
                <a:spcPct val="110000"/>
              </a:lnSpc>
              <a:spcBef>
                <a:spcPts val="0"/>
              </a:spcBef>
              <a:spcAft>
                <a:spcPts val="1000"/>
              </a:spcAft>
              <a:buClrTx/>
              <a:buSzTx/>
              <a:buFont typeface="Arial" panose="020B0604020202020204" pitchFamily="34" charset="0"/>
              <a:buChar char="•"/>
            </a:pPr>
            <a:r>
              <a:rPr lang="zh-CN" altLang="en-US" sz="1200" dirty="0">
                <a:solidFill>
                  <a:srgbClr val="FF0000"/>
                </a:solidFill>
                <a:uFillTx/>
                <a:latin typeface="Arial" panose="020B0604020202020204" pitchFamily="34" charset="0"/>
                <a:ea typeface="微软雅黑" panose="020B0503020204020204" charset="-122"/>
              </a:rPr>
              <a:t>队列作为临界区需要被保护，消费者与生产者间要互斥</a:t>
            </a:r>
            <a:endParaRPr lang="zh-CN" altLang="en-US" sz="1200" dirty="0">
              <a:solidFill>
                <a:srgbClr val="FF0000"/>
              </a:solidFill>
              <a:uFillTx/>
              <a:latin typeface="Arial" panose="020B0604020202020204" pitchFamily="34" charset="0"/>
              <a:ea typeface="微软雅黑" panose="020B0503020204020204" charset="-122"/>
            </a:endParaRPr>
          </a:p>
          <a:p>
            <a:pPr marL="285750" indent="-285750" algn="l">
              <a:lnSpc>
                <a:spcPct val="110000"/>
              </a:lnSpc>
              <a:spcBef>
                <a:spcPts val="0"/>
              </a:spcBef>
              <a:spcAft>
                <a:spcPts val="1000"/>
              </a:spcAft>
              <a:buClrTx/>
              <a:buSzTx/>
              <a:buFont typeface="Arial" panose="020B0604020202020204" pitchFamily="34" charset="0"/>
              <a:buChar char="•"/>
            </a:pPr>
            <a:r>
              <a:rPr lang="zh-CN" altLang="en-US" sz="1200" dirty="0">
                <a:solidFill>
                  <a:srgbClr val="FF0000"/>
                </a:solidFill>
                <a:uFillTx/>
                <a:latin typeface="Arial" panose="020B0604020202020204" pitchFamily="34" charset="0"/>
                <a:ea typeface="微软雅黑" panose="020B0503020204020204" charset="-122"/>
              </a:rPr>
              <a:t>当有多个生产者或多个消费者时，生产者之间，消费者之间需要互斥</a:t>
            </a:r>
            <a:endParaRPr lang="zh-CN" altLang="en-US" sz="1200" dirty="0">
              <a:solidFill>
                <a:srgbClr val="FF0000"/>
              </a:solidFill>
              <a:uFillTx/>
              <a:latin typeface="Arial" panose="020B0604020202020204" pitchFamily="34" charset="0"/>
              <a:ea typeface="微软雅黑" panose="020B0503020204020204" charset="-122"/>
            </a:endParaRPr>
          </a:p>
          <a:p>
            <a:pPr marL="285750" indent="-285750" algn="l">
              <a:lnSpc>
                <a:spcPct val="110000"/>
              </a:lnSpc>
              <a:spcBef>
                <a:spcPts val="0"/>
              </a:spcBef>
              <a:spcAft>
                <a:spcPts val="1000"/>
              </a:spcAft>
              <a:buClrTx/>
              <a:buSzTx/>
              <a:buFont typeface="Arial" panose="020B0604020202020204" pitchFamily="34" charset="0"/>
              <a:buChar char="•"/>
            </a:pPr>
            <a:r>
              <a:rPr lang="zh-CN" altLang="en-US" sz="1200" dirty="0">
                <a:solidFill>
                  <a:srgbClr val="FF0000"/>
                </a:solidFill>
                <a:uFillTx/>
                <a:latin typeface="Arial" panose="020B0604020202020204" pitchFamily="34" charset="0"/>
                <a:ea typeface="微软雅黑" panose="020B0503020204020204" charset="-122"/>
              </a:rPr>
              <a:t>生产者在队列满的时候，不能再往队列中放入数据</a:t>
            </a:r>
            <a:endParaRPr lang="zh-CN" altLang="en-US" sz="1200" dirty="0">
              <a:solidFill>
                <a:srgbClr val="FF0000"/>
              </a:solidFill>
              <a:uFillTx/>
              <a:latin typeface="Arial" panose="020B0604020202020204" pitchFamily="34" charset="0"/>
              <a:ea typeface="微软雅黑" panose="020B0503020204020204" charset="-122"/>
            </a:endParaRPr>
          </a:p>
          <a:p>
            <a:pPr marL="285750" indent="-285750" algn="l">
              <a:lnSpc>
                <a:spcPct val="110000"/>
              </a:lnSpc>
              <a:spcBef>
                <a:spcPts val="0"/>
              </a:spcBef>
              <a:spcAft>
                <a:spcPts val="1000"/>
              </a:spcAft>
              <a:buClrTx/>
              <a:buSzTx/>
              <a:buFont typeface="Arial" panose="020B0604020202020204" pitchFamily="34" charset="0"/>
              <a:buChar char="•"/>
            </a:pPr>
            <a:r>
              <a:rPr lang="zh-CN" altLang="en-US" sz="1200" dirty="0">
                <a:solidFill>
                  <a:srgbClr val="FF0000"/>
                </a:solidFill>
                <a:uFillTx/>
                <a:latin typeface="Arial" panose="020B0604020202020204" pitchFamily="34" charset="0"/>
                <a:ea typeface="微软雅黑" panose="020B0503020204020204" charset="-122"/>
              </a:rPr>
              <a:t>消费者在队列空的时候，不能再从队列中取数据</a:t>
            </a:r>
            <a:endParaRPr lang="zh-CN" altLang="en-US" sz="1200" dirty="0">
              <a:solidFill>
                <a:srgbClr val="FF0000"/>
              </a:solidFill>
              <a:uFillTx/>
              <a:latin typeface="Arial" panose="020B0604020202020204" pitchFamily="34" charset="0"/>
              <a:ea typeface="微软雅黑" panose="020B0503020204020204" charset="-122"/>
            </a:endParaRPr>
          </a:p>
          <a:p>
            <a:pPr marL="285750" indent="-285750"/>
            <a:endParaRPr lang="zh-CN" altLang="en-US" sz="1200" dirty="0">
              <a:solidFill>
                <a:srgbClr val="FF0000"/>
              </a:solidFill>
              <a:uFillTx/>
              <a:latin typeface="Arial" panose="020B0604020202020204" pitchFamily="34" charset="0"/>
              <a:ea typeface="微软雅黑" panose="020B0503020204020204" charset="-122"/>
            </a:endParaRPr>
          </a:p>
        </p:txBody>
      </p:sp>
    </p:spTree>
    <p:custDataLst>
      <p:tags r:id="rId2"/>
    </p:custDataLst>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blinds(horizontal)">
                                      <p:cBhvr>
                                        <p:cTn id="7" dur="500"/>
                                        <p:tgtEl>
                                          <p:spTgt spid="21"/>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blinds(horizontal)">
                                      <p:cBhvr>
                                        <p:cTn id="10" dur="500"/>
                                        <p:tgtEl>
                                          <p:spTgt spid="19"/>
                                        </p:tgtEl>
                                      </p:cBhvr>
                                    </p:animEffect>
                                  </p:childTnLst>
                                </p:cTn>
                              </p:par>
                              <p:par>
                                <p:cTn id="11" presetID="3" presetClass="entr" presetSubtype="10" fill="hold" nodeType="withEffect">
                                  <p:stCondLst>
                                    <p:cond delay="0"/>
                                  </p:stCondLst>
                                  <p:childTnLst>
                                    <p:set>
                                      <p:cBhvr>
                                        <p:cTn id="12" dur="1" fill="hold">
                                          <p:stCondLst>
                                            <p:cond delay="0"/>
                                          </p:stCondLst>
                                        </p:cTn>
                                        <p:tgtEl>
                                          <p:spTgt spid="22"/>
                                        </p:tgtEl>
                                        <p:attrNameLst>
                                          <p:attrName>style.visibility</p:attrName>
                                        </p:attrNameLst>
                                      </p:cBhvr>
                                      <p:to>
                                        <p:strVal val="visible"/>
                                      </p:to>
                                    </p:set>
                                    <p:animEffect transition="in" filter="blinds(horizontal)">
                                      <p:cBhvr>
                                        <p:cTn id="13" dur="500"/>
                                        <p:tgtEl>
                                          <p:spTgt spid="22"/>
                                        </p:tgtEl>
                                      </p:cBhvr>
                                    </p:animEffect>
                                  </p:childTnLst>
                                </p:cTn>
                              </p:par>
                              <p:par>
                                <p:cTn id="14" presetID="3" presetClass="entr" presetSubtype="10" fill="hold" nodeType="withEffect">
                                  <p:stCondLst>
                                    <p:cond delay="0"/>
                                  </p:stCondLst>
                                  <p:childTnLst>
                                    <p:set>
                                      <p:cBhvr>
                                        <p:cTn id="15" dur="1" fill="hold">
                                          <p:stCondLst>
                                            <p:cond delay="0"/>
                                          </p:stCondLst>
                                        </p:cTn>
                                        <p:tgtEl>
                                          <p:spTgt spid="26"/>
                                        </p:tgtEl>
                                        <p:attrNameLst>
                                          <p:attrName>style.visibility</p:attrName>
                                        </p:attrNameLst>
                                      </p:cBhvr>
                                      <p:to>
                                        <p:strVal val="visible"/>
                                      </p:to>
                                    </p:set>
                                    <p:animEffect transition="in" filter="blinds(horizontal)">
                                      <p:cBhvr>
                                        <p:cTn id="16" dur="500"/>
                                        <p:tgtEl>
                                          <p:spTgt spid="26"/>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31"/>
                                        </p:tgtEl>
                                        <p:attrNameLst>
                                          <p:attrName>style.visibility</p:attrName>
                                        </p:attrNameLst>
                                      </p:cBhvr>
                                      <p:to>
                                        <p:strVal val="visible"/>
                                      </p:to>
                                    </p:set>
                                    <p:animEffect transition="in" filter="blinds(horizontal)">
                                      <p:cBhvr>
                                        <p:cTn id="21" dur="500"/>
                                        <p:tgtEl>
                                          <p:spTgt spid="31"/>
                                        </p:tgtEl>
                                      </p:cBhvr>
                                    </p:animEffect>
                                  </p:childTnLst>
                                </p:cTn>
                              </p:par>
                              <p:par>
                                <p:cTn id="22" presetID="3" presetClass="entr" presetSubtype="10" fill="hold" nodeType="withEffect">
                                  <p:stCondLst>
                                    <p:cond delay="0"/>
                                  </p:stCondLst>
                                  <p:childTnLst>
                                    <p:set>
                                      <p:cBhvr>
                                        <p:cTn id="23" dur="1" fill="hold">
                                          <p:stCondLst>
                                            <p:cond delay="0"/>
                                          </p:stCondLst>
                                        </p:cTn>
                                        <p:tgtEl>
                                          <p:spTgt spid="39"/>
                                        </p:tgtEl>
                                        <p:attrNameLst>
                                          <p:attrName>style.visibility</p:attrName>
                                        </p:attrNameLst>
                                      </p:cBhvr>
                                      <p:to>
                                        <p:strVal val="visible"/>
                                      </p:to>
                                    </p:set>
                                    <p:animEffect transition="in" filter="blinds(horizontal)">
                                      <p:cBhvr>
                                        <p:cTn id="24" dur="500"/>
                                        <p:tgtEl>
                                          <p:spTgt spid="39"/>
                                        </p:tgtEl>
                                      </p:cBhvr>
                                    </p:animEffect>
                                  </p:childTnLst>
                                </p:cTn>
                              </p:par>
                              <p:par>
                                <p:cTn id="25" presetID="3" presetClass="entr" presetSubtype="10" fill="hold" nodeType="withEffect">
                                  <p:stCondLst>
                                    <p:cond delay="0"/>
                                  </p:stCondLst>
                                  <p:childTnLst>
                                    <p:set>
                                      <p:cBhvr>
                                        <p:cTn id="26" dur="1" fill="hold">
                                          <p:stCondLst>
                                            <p:cond delay="0"/>
                                          </p:stCondLst>
                                        </p:cTn>
                                        <p:tgtEl>
                                          <p:spTgt spid="37"/>
                                        </p:tgtEl>
                                        <p:attrNameLst>
                                          <p:attrName>style.visibility</p:attrName>
                                        </p:attrNameLst>
                                      </p:cBhvr>
                                      <p:to>
                                        <p:strVal val="visible"/>
                                      </p:to>
                                    </p:set>
                                    <p:animEffect transition="in" filter="blinds(horizontal)">
                                      <p:cBhvr>
                                        <p:cTn id="27" dur="500"/>
                                        <p:tgtEl>
                                          <p:spTgt spid="37"/>
                                        </p:tgtEl>
                                      </p:cBhvr>
                                    </p:animEffect>
                                  </p:childTnLst>
                                </p:cTn>
                              </p:par>
                              <p:par>
                                <p:cTn id="28" presetID="3" presetClass="entr" presetSubtype="10" fill="hold" grpId="0" nodeType="withEffect">
                                  <p:stCondLst>
                                    <p:cond delay="0"/>
                                  </p:stCondLst>
                                  <p:childTnLst>
                                    <p:set>
                                      <p:cBhvr>
                                        <p:cTn id="29" dur="1" fill="hold">
                                          <p:stCondLst>
                                            <p:cond delay="0"/>
                                          </p:stCondLst>
                                        </p:cTn>
                                        <p:tgtEl>
                                          <p:spTgt spid="29"/>
                                        </p:tgtEl>
                                        <p:attrNameLst>
                                          <p:attrName>style.visibility</p:attrName>
                                        </p:attrNameLst>
                                      </p:cBhvr>
                                      <p:to>
                                        <p:strVal val="visible"/>
                                      </p:to>
                                    </p:set>
                                    <p:animEffect transition="in" filter="blinds(horizontal)">
                                      <p:cBhvr>
                                        <p:cTn id="30" dur="5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grpId="0" nodeType="clickEffect">
                                  <p:stCondLst>
                                    <p:cond delay="0"/>
                                  </p:stCondLst>
                                  <p:childTnLst>
                                    <p:set>
                                      <p:cBhvr>
                                        <p:cTn id="34" dur="1" fill="hold">
                                          <p:stCondLst>
                                            <p:cond delay="0"/>
                                          </p:stCondLst>
                                        </p:cTn>
                                        <p:tgtEl>
                                          <p:spTgt spid="40"/>
                                        </p:tgtEl>
                                        <p:attrNameLst>
                                          <p:attrName>style.visibility</p:attrName>
                                        </p:attrNameLst>
                                      </p:cBhvr>
                                      <p:to>
                                        <p:strVal val="visible"/>
                                      </p:to>
                                    </p:set>
                                    <p:animEffect transition="in" filter="blinds(horizontal)">
                                      <p:cBhvr>
                                        <p:cTn id="35"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bldLvl="0" animBg="1"/>
      <p:bldP spid="19" grpId="0" bldLvl="0" animBg="1"/>
      <p:bldP spid="21" grpId="1" animBg="1"/>
      <p:bldP spid="19" grpId="1" animBg="1"/>
      <p:bldP spid="31" grpId="0" bldLvl="0" animBg="1"/>
      <p:bldP spid="29" grpId="0" bldLvl="0" animBg="1"/>
      <p:bldP spid="31" grpId="1" animBg="1"/>
      <p:bldP spid="29" grpId="1" animBg="1"/>
      <p:bldP spid="40" grpId="0"/>
      <p:bldP spid="40" grpId="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custDataLst>
              <p:tags r:id="rId1"/>
            </p:custDataLst>
          </p:nvPr>
        </p:nvSpPr>
        <p:spPr>
          <a:xfrm>
            <a:off x="457200" y="526415"/>
            <a:ext cx="8225790" cy="6047740"/>
          </a:xfrm>
        </p:spPr>
        <p:txBody>
          <a:bodyPr>
            <a:normAutofit lnSpcReduction="10000"/>
          </a:bodyPr>
          <a:lstStyle/>
          <a:p>
            <a:pPr marL="0" algn="l">
              <a:lnSpc>
                <a:spcPct val="100000"/>
              </a:lnSpc>
              <a:buClrTx/>
              <a:buSzTx/>
              <a:buFontTx/>
              <a:buNone/>
            </a:pPr>
            <a:r>
              <a:rPr sz="2000" b="1" spc="0" dirty="0">
                <a:latin typeface="微软雅黑" panose="020B0503020204020204" charset="-122"/>
                <a:ea typeface="+mn-ea"/>
                <a:cs typeface="微软雅黑" panose="020B0503020204020204" charset="-122"/>
                <a:sym typeface="+mn-ea"/>
              </a:rPr>
              <a:t>按用途将队列划分为两大类：</a:t>
            </a:r>
            <a:endParaRPr sz="2000" b="1" spc="0" dirty="0">
              <a:latin typeface="微软雅黑" panose="020B0503020204020204" charset="-122"/>
              <a:ea typeface="+mn-ea"/>
              <a:cs typeface="微软雅黑" panose="020B0503020204020204" charset="-122"/>
              <a:sym typeface="+mn-ea"/>
            </a:endParaRPr>
          </a:p>
          <a:p>
            <a:pPr marL="0" algn="l">
              <a:lnSpc>
                <a:spcPct val="100000"/>
              </a:lnSpc>
              <a:buClrTx/>
              <a:buSzTx/>
              <a:buFontTx/>
              <a:buNone/>
            </a:pPr>
            <a:endParaRPr sz="2000" spc="0" dirty="0">
              <a:latin typeface="微软雅黑" panose="020B0503020204020204" charset="-122"/>
              <a:ea typeface="+mn-ea"/>
              <a:cs typeface="微软雅黑" panose="020B0503020204020204" charset="-122"/>
              <a:sym typeface="+mn-ea"/>
            </a:endParaRPr>
          </a:p>
          <a:p>
            <a:pPr indent="-342900" algn="l">
              <a:lnSpc>
                <a:spcPct val="100000"/>
              </a:lnSpc>
              <a:buClrTx/>
              <a:buSzTx/>
            </a:pPr>
            <a:r>
              <a:rPr sz="2000" spc="0" dirty="0">
                <a:latin typeface="微软雅黑" panose="020B0503020204020204" charset="-122"/>
                <a:ea typeface="+mn-ea"/>
                <a:cs typeface="微软雅黑" panose="020B0503020204020204" charset="-122"/>
                <a:sym typeface="+mn-ea"/>
              </a:rPr>
              <a:t>数据分发的队列</a:t>
            </a:r>
            <a:endParaRPr sz="2000" spc="0" dirty="0">
              <a:latin typeface="微软雅黑" panose="020B0503020204020204" charset="-122"/>
              <a:ea typeface="+mn-ea"/>
              <a:cs typeface="微软雅黑" panose="020B0503020204020204" charset="-122"/>
              <a:sym typeface="+mn-ea"/>
            </a:endParaRPr>
          </a:p>
          <a:p>
            <a:pPr marL="0" indent="0">
              <a:lnSpc>
                <a:spcPct val="150000"/>
              </a:lnSpc>
              <a:buNone/>
            </a:pPr>
            <a:r>
              <a:rPr sz="1600" spc="0" dirty="0">
                <a:solidFill>
                  <a:schemeClr val="tx1">
                    <a:lumMod val="65000"/>
                    <a:lumOff val="35000"/>
                  </a:schemeClr>
                </a:solidFill>
                <a:sym typeface="+mn-ea"/>
              </a:rPr>
              <a:t>队列中存放的业务数据。可以有一个或多个生产者，消费者线程。生产者线程产生不同类型的数据，通过队列分发给不同消费者线程</a:t>
            </a:r>
            <a:endParaRPr sz="1600" spc="0" dirty="0">
              <a:solidFill>
                <a:schemeClr val="tx1">
                  <a:lumMod val="65000"/>
                  <a:lumOff val="35000"/>
                </a:schemeClr>
              </a:solidFill>
              <a:sym typeface="+mn-ea"/>
            </a:endParaRPr>
          </a:p>
          <a:p>
            <a:pPr indent="-342900" algn="l">
              <a:lnSpc>
                <a:spcPct val="100000"/>
              </a:lnSpc>
              <a:buClrTx/>
              <a:buSzTx/>
            </a:pPr>
            <a:r>
              <a:rPr sz="2000" spc="0" dirty="0">
                <a:latin typeface="微软雅黑" panose="020B0503020204020204" charset="-122"/>
                <a:ea typeface="+mn-ea"/>
                <a:cs typeface="微软雅黑" panose="020B0503020204020204" charset="-122"/>
                <a:sym typeface="+mn-ea"/>
              </a:rPr>
              <a:t>任务队列</a:t>
            </a:r>
            <a:endParaRPr sz="2000" spc="0" dirty="0">
              <a:latin typeface="微软雅黑" panose="020B0503020204020204" charset="-122"/>
              <a:ea typeface="+mn-ea"/>
              <a:cs typeface="微软雅黑" panose="020B0503020204020204" charset="-122"/>
              <a:sym typeface="+mn-ea"/>
            </a:endParaRPr>
          </a:p>
          <a:p>
            <a:pPr marL="0" indent="0">
              <a:lnSpc>
                <a:spcPct val="150000"/>
              </a:lnSpc>
              <a:buNone/>
            </a:pPr>
            <a:r>
              <a:rPr sz="1600" spc="0" dirty="0">
                <a:solidFill>
                  <a:schemeClr val="tx1">
                    <a:lumMod val="65000"/>
                    <a:lumOff val="35000"/>
                  </a:schemeClr>
                </a:solidFill>
                <a:sym typeface="+mn-ea"/>
              </a:rPr>
              <a:t>队列中存放的是可调用对象，可以有一个或多个生产者，消费者线程</a:t>
            </a:r>
            <a:endParaRPr sz="1600" spc="0" dirty="0">
              <a:solidFill>
                <a:schemeClr val="tx1">
                  <a:lumMod val="65000"/>
                  <a:lumOff val="35000"/>
                </a:schemeClr>
              </a:solidFill>
              <a:sym typeface="+mn-ea"/>
            </a:endParaRPr>
          </a:p>
          <a:p>
            <a:pPr marL="342900" indent="-342900">
              <a:lnSpc>
                <a:spcPct val="150000"/>
              </a:lnSpc>
              <a:buAutoNum type="arabicPeriod"/>
            </a:pPr>
            <a:r>
              <a:rPr sz="1600" spc="0" dirty="0">
                <a:solidFill>
                  <a:schemeClr val="tx1">
                    <a:lumMod val="65000"/>
                    <a:lumOff val="35000"/>
                  </a:schemeClr>
                </a:solidFill>
                <a:sym typeface="+mn-ea"/>
              </a:rPr>
              <a:t>在调用要求时序的情况下，应该只有一个生产者和一个消费者线程，一个队列，时序的要求由队列的先进先出的特性保证</a:t>
            </a:r>
            <a:endParaRPr sz="1600" spc="0" dirty="0">
              <a:solidFill>
                <a:schemeClr val="tx1">
                  <a:lumMod val="65000"/>
                  <a:lumOff val="35000"/>
                </a:schemeClr>
              </a:solidFill>
              <a:sym typeface="+mn-ea"/>
            </a:endParaRPr>
          </a:p>
          <a:p>
            <a:pPr marL="342900" indent="-342900">
              <a:lnSpc>
                <a:spcPct val="150000"/>
              </a:lnSpc>
              <a:buAutoNum type="arabicPeriod"/>
            </a:pPr>
            <a:r>
              <a:rPr sz="1600" spc="0" dirty="0">
                <a:solidFill>
                  <a:schemeClr val="tx1">
                    <a:lumMod val="65000"/>
                    <a:lumOff val="35000"/>
                  </a:schemeClr>
                </a:solidFill>
                <a:sym typeface="+mn-ea"/>
              </a:rPr>
              <a:t>在调用不要求时序的情况下，则可以有多个生产者，消费者线程</a:t>
            </a:r>
            <a:endParaRPr sz="1600" spc="0" dirty="0">
              <a:solidFill>
                <a:schemeClr val="tx1">
                  <a:lumMod val="65000"/>
                  <a:lumOff val="35000"/>
                </a:schemeClr>
              </a:solidFill>
              <a:sym typeface="+mn-ea"/>
            </a:endParaRPr>
          </a:p>
          <a:p>
            <a:pPr marL="0" indent="0">
              <a:lnSpc>
                <a:spcPct val="150000"/>
              </a:lnSpc>
              <a:buNone/>
            </a:pPr>
            <a:r>
              <a:rPr sz="1400" spc="0" dirty="0">
                <a:solidFill>
                  <a:srgbClr val="FF0000"/>
                </a:solidFill>
                <a:sym typeface="+mn-ea"/>
              </a:rPr>
              <a:t>通过任务队列，来实现异步调用。发起业务操作的线程不会被阻塞，业务执行函数被放到另外一个线程执行，比如释放过程耗时高的资源且释放操作不能并发进行时。可以将释放操作专门放到一个线程中去做，此时可以有多个生产者线程，一个消费者线程，生产者将需要释放的资源对象放入队列，消费者线程依次取出后进行释放操作。此时就需要队列来实现异步操作</a:t>
            </a:r>
            <a:endParaRPr sz="1400" spc="0" dirty="0">
              <a:solidFill>
                <a:srgbClr val="FF0000"/>
              </a:solidFill>
              <a:sym typeface="+mn-ea"/>
            </a:endParaRPr>
          </a:p>
        </p:txBody>
      </p:sp>
    </p:spTree>
    <p:custDataLst>
      <p:tags r:id="rId2"/>
    </p:custDataLst>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custDataLst>
              <p:tags r:id="rId1"/>
            </p:custDataLst>
          </p:nvPr>
        </p:nvSpPr>
        <p:spPr>
          <a:xfrm>
            <a:off x="457200" y="526415"/>
            <a:ext cx="8225790" cy="6047740"/>
          </a:xfrm>
        </p:spPr>
        <p:txBody>
          <a:bodyPr>
            <a:normAutofit lnSpcReduction="20000"/>
          </a:bodyPr>
          <a:lstStyle/>
          <a:p>
            <a:pPr marL="0" algn="l">
              <a:lnSpc>
                <a:spcPct val="100000"/>
              </a:lnSpc>
              <a:buClrTx/>
              <a:buSzTx/>
              <a:buFontTx/>
              <a:buNone/>
            </a:pPr>
            <a:r>
              <a:rPr sz="2000" b="1" spc="0" dirty="0">
                <a:latin typeface="微软雅黑" panose="020B0503020204020204" charset="-122"/>
                <a:ea typeface="+mn-ea"/>
                <a:cs typeface="微软雅黑" panose="020B0503020204020204" charset="-122"/>
                <a:sym typeface="+mn-ea"/>
              </a:rPr>
              <a:t>根据队列中的容量划分</a:t>
            </a:r>
            <a:endParaRPr sz="2000" b="1" spc="0" dirty="0">
              <a:latin typeface="微软雅黑" panose="020B0503020204020204" charset="-122"/>
              <a:ea typeface="+mn-ea"/>
              <a:cs typeface="微软雅黑" panose="020B0503020204020204" charset="-122"/>
              <a:sym typeface="+mn-ea"/>
            </a:endParaRPr>
          </a:p>
          <a:p>
            <a:pPr marL="0" algn="l">
              <a:lnSpc>
                <a:spcPct val="100000"/>
              </a:lnSpc>
              <a:buClrTx/>
              <a:buSzTx/>
              <a:buFontTx/>
              <a:buNone/>
            </a:pPr>
            <a:endParaRPr sz="2000" spc="0" dirty="0">
              <a:latin typeface="微软雅黑" panose="020B0503020204020204" charset="-122"/>
              <a:ea typeface="+mn-ea"/>
              <a:cs typeface="微软雅黑" panose="020B0503020204020204" charset="-122"/>
              <a:sym typeface="+mn-ea"/>
            </a:endParaRPr>
          </a:p>
          <a:p>
            <a:pPr indent="-342900" algn="l">
              <a:lnSpc>
                <a:spcPct val="100000"/>
              </a:lnSpc>
              <a:buClrTx/>
              <a:buSzTx/>
            </a:pPr>
            <a:r>
              <a:rPr sz="2000" spc="0" dirty="0">
                <a:latin typeface="微软雅黑" panose="020B0503020204020204" charset="-122"/>
                <a:ea typeface="+mn-ea"/>
                <a:cs typeface="微软雅黑" panose="020B0503020204020204" charset="-122"/>
                <a:sym typeface="+mn-ea"/>
              </a:rPr>
              <a:t>有界队列</a:t>
            </a:r>
            <a:endParaRPr sz="2000" spc="0" dirty="0">
              <a:latin typeface="微软雅黑" panose="020B0503020204020204" charset="-122"/>
              <a:ea typeface="+mn-ea"/>
              <a:cs typeface="微软雅黑" panose="020B0503020204020204" charset="-122"/>
              <a:sym typeface="+mn-ea"/>
            </a:endParaRPr>
          </a:p>
          <a:p>
            <a:pPr marL="0" indent="0">
              <a:lnSpc>
                <a:spcPct val="170000"/>
              </a:lnSpc>
              <a:buNone/>
            </a:pPr>
            <a:r>
              <a:rPr sz="1600" spc="0" dirty="0">
                <a:solidFill>
                  <a:schemeClr val="tx1">
                    <a:lumMod val="65000"/>
                    <a:lumOff val="35000"/>
                  </a:schemeClr>
                </a:solidFill>
                <a:sym typeface="+mn-ea"/>
              </a:rPr>
              <a:t>容量有大小限制，当满了后，生产者线程需要等待，为空的时候，消费者线程需要等待。这种队列可以用于数据分发的场景，但不能用于异步调用(异步调用的特性是生产者调用能马上返回，所以如果生产者阻塞在等待容器空闲显然是不满足要求的)</a:t>
            </a:r>
            <a:endParaRPr sz="1600" spc="0" dirty="0">
              <a:solidFill>
                <a:schemeClr val="tx1">
                  <a:lumMod val="65000"/>
                  <a:lumOff val="35000"/>
                </a:schemeClr>
              </a:solidFill>
              <a:sym typeface="+mn-ea"/>
            </a:endParaRPr>
          </a:p>
          <a:p>
            <a:pPr marL="0" indent="0">
              <a:lnSpc>
                <a:spcPct val="160000"/>
              </a:lnSpc>
              <a:buNone/>
            </a:pPr>
            <a:endParaRPr sz="1600" spc="0" dirty="0">
              <a:solidFill>
                <a:schemeClr val="tx1">
                  <a:lumMod val="65000"/>
                  <a:lumOff val="35000"/>
                </a:schemeClr>
              </a:solidFill>
              <a:sym typeface="+mn-ea"/>
            </a:endParaRPr>
          </a:p>
          <a:p>
            <a:pPr indent="-342900" algn="l">
              <a:lnSpc>
                <a:spcPct val="100000"/>
              </a:lnSpc>
              <a:buClrTx/>
              <a:buSzTx/>
            </a:pPr>
            <a:r>
              <a:rPr sz="2000" spc="0" dirty="0">
                <a:latin typeface="微软雅黑" panose="020B0503020204020204" charset="-122"/>
                <a:ea typeface="+mn-ea"/>
                <a:cs typeface="微软雅黑" panose="020B0503020204020204" charset="-122"/>
                <a:sym typeface="+mn-ea"/>
              </a:rPr>
              <a:t>无界队列</a:t>
            </a:r>
            <a:endParaRPr sz="2000" spc="0" dirty="0">
              <a:latin typeface="微软雅黑" panose="020B0503020204020204" charset="-122"/>
              <a:ea typeface="+mn-ea"/>
              <a:cs typeface="微软雅黑" panose="020B0503020204020204" charset="-122"/>
              <a:sym typeface="+mn-ea"/>
            </a:endParaRPr>
          </a:p>
          <a:p>
            <a:pPr marL="0" indent="0">
              <a:lnSpc>
                <a:spcPct val="160000"/>
              </a:lnSpc>
              <a:buNone/>
            </a:pPr>
            <a:r>
              <a:rPr sz="1600" spc="0" dirty="0">
                <a:solidFill>
                  <a:schemeClr val="tx1">
                    <a:lumMod val="65000"/>
                    <a:lumOff val="35000"/>
                  </a:schemeClr>
                </a:solidFill>
                <a:sym typeface="+mn-ea"/>
              </a:rPr>
              <a:t>容量大小无限制，生产者线程可以一直放数据，队列为空的时候，消费者线程需要等待。这种队列即可以用于数据分发，也可以用于异步操作。这种情况下，消费者线程数量要大于生产者线程，是让数据或是任务及时被处理，避免堆积</a:t>
            </a:r>
            <a:endParaRPr sz="1600" spc="0" dirty="0">
              <a:solidFill>
                <a:schemeClr val="tx1">
                  <a:lumMod val="65000"/>
                  <a:lumOff val="35000"/>
                </a:schemeClr>
              </a:solidFill>
              <a:sym typeface="+mn-ea"/>
            </a:endParaRPr>
          </a:p>
          <a:p>
            <a:pPr marL="0" indent="0">
              <a:lnSpc>
                <a:spcPct val="150000"/>
              </a:lnSpc>
              <a:buNone/>
            </a:pPr>
            <a:endParaRPr sz="1400" spc="0" dirty="0">
              <a:solidFill>
                <a:srgbClr val="FF0000"/>
              </a:solidFill>
              <a:sym typeface="+mn-ea"/>
            </a:endParaRPr>
          </a:p>
        </p:txBody>
      </p:sp>
    </p:spTree>
    <p:custDataLst>
      <p:tags r:id="rId2"/>
    </p:custDataLst>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custDataLst>
              <p:tags r:id="rId1"/>
            </p:custDataLst>
          </p:nvPr>
        </p:nvSpPr>
        <p:spPr>
          <a:xfrm>
            <a:off x="459105" y="535305"/>
            <a:ext cx="8225790" cy="6047740"/>
          </a:xfrm>
        </p:spPr>
        <p:txBody>
          <a:bodyPr>
            <a:normAutofit lnSpcReduction="20000"/>
          </a:bodyPr>
          <a:lstStyle/>
          <a:p>
            <a:pPr marL="0" algn="l">
              <a:lnSpc>
                <a:spcPct val="100000"/>
              </a:lnSpc>
              <a:buClrTx/>
              <a:buSzTx/>
              <a:buFontTx/>
              <a:buNone/>
            </a:pPr>
            <a:r>
              <a:rPr sz="2000" b="1" spc="0" dirty="0">
                <a:latin typeface="微软雅黑" panose="020B0503020204020204" charset="-122"/>
                <a:ea typeface="+mn-ea"/>
                <a:cs typeface="微软雅黑" panose="020B0503020204020204" charset="-122"/>
                <a:sym typeface="+mn-ea"/>
              </a:rPr>
              <a:t>队列的实现</a:t>
            </a:r>
            <a:endParaRPr sz="2000" b="1" spc="0" dirty="0">
              <a:latin typeface="微软雅黑" panose="020B0503020204020204" charset="-122"/>
              <a:ea typeface="+mn-ea"/>
              <a:cs typeface="微软雅黑" panose="020B0503020204020204" charset="-122"/>
              <a:sym typeface="+mn-ea"/>
            </a:endParaRPr>
          </a:p>
          <a:p>
            <a:pPr marL="0" algn="l">
              <a:lnSpc>
                <a:spcPct val="100000"/>
              </a:lnSpc>
              <a:buClrTx/>
              <a:buSzTx/>
              <a:buFontTx/>
              <a:buNone/>
            </a:pPr>
            <a:endParaRPr sz="2000" spc="0" dirty="0">
              <a:latin typeface="微软雅黑" panose="020B0503020204020204" charset="-122"/>
              <a:ea typeface="+mn-ea"/>
              <a:cs typeface="微软雅黑" panose="020B0503020204020204" charset="-122"/>
              <a:sym typeface="+mn-ea"/>
            </a:endParaRPr>
          </a:p>
          <a:p>
            <a:pPr marL="114300" indent="-285750" algn="l">
              <a:lnSpc>
                <a:spcPct val="160000"/>
              </a:lnSpc>
              <a:buClrTx/>
              <a:buSzTx/>
            </a:pPr>
            <a:r>
              <a:rPr sz="1600" spc="0" dirty="0">
                <a:solidFill>
                  <a:schemeClr val="tx1">
                    <a:lumMod val="65000"/>
                    <a:lumOff val="35000"/>
                  </a:schemeClr>
                </a:solidFill>
                <a:sym typeface="+mn-ea"/>
              </a:rPr>
              <a:t>在用途这个方向的划分，对于队列的实现，没有太大区别。只是队列中放的数据类型不一样。一种是业务的数据，一种是可调用的对象。</a:t>
            </a:r>
            <a:endParaRPr sz="1600" spc="0" dirty="0">
              <a:solidFill>
                <a:schemeClr val="tx1">
                  <a:lumMod val="65000"/>
                  <a:lumOff val="35000"/>
                </a:schemeClr>
              </a:solidFill>
              <a:sym typeface="+mn-ea"/>
            </a:endParaRPr>
          </a:p>
          <a:p>
            <a:pPr marL="0" indent="0">
              <a:lnSpc>
                <a:spcPct val="160000"/>
              </a:lnSpc>
              <a:buNone/>
            </a:pPr>
            <a:endParaRPr sz="1600" spc="0" dirty="0">
              <a:solidFill>
                <a:schemeClr val="tx1">
                  <a:lumMod val="65000"/>
                  <a:lumOff val="35000"/>
                </a:schemeClr>
              </a:solidFill>
              <a:sym typeface="+mn-ea"/>
            </a:endParaRPr>
          </a:p>
          <a:p>
            <a:pPr marL="114300" indent="-285750" algn="l">
              <a:lnSpc>
                <a:spcPct val="150000"/>
              </a:lnSpc>
              <a:buClrTx/>
              <a:buSzTx/>
            </a:pPr>
            <a:r>
              <a:rPr sz="1600" spc="0" dirty="0">
                <a:solidFill>
                  <a:schemeClr val="tx1">
                    <a:lumMod val="65000"/>
                    <a:lumOff val="35000"/>
                  </a:schemeClr>
                </a:solidFill>
                <a:sym typeface="+mn-ea"/>
              </a:rPr>
              <a:t>那么有界队列和无界队列，在队列的实现方式上是有很大的不同。</a:t>
            </a:r>
            <a:endParaRPr sz="1600" spc="0" dirty="0">
              <a:solidFill>
                <a:schemeClr val="tx1">
                  <a:lumMod val="65000"/>
                  <a:lumOff val="35000"/>
                </a:schemeClr>
              </a:solidFill>
              <a:sym typeface="+mn-ea"/>
            </a:endParaRPr>
          </a:p>
        </p:txBody>
      </p:sp>
      <p:sp>
        <p:nvSpPr>
          <p:cNvPr id="4" name="文本框 3"/>
          <p:cNvSpPr txBox="1"/>
          <p:nvPr/>
        </p:nvSpPr>
        <p:spPr>
          <a:xfrm>
            <a:off x="644525" y="3613785"/>
            <a:ext cx="3720465" cy="1899920"/>
          </a:xfrm>
          <a:prstGeom prst="rect">
            <a:avLst/>
          </a:prstGeom>
          <a:noFill/>
        </p:spPr>
        <p:txBody>
          <a:bodyPr wrap="square" rtlCol="0">
            <a:spAutoFit/>
          </a:bodyPr>
          <a:p>
            <a:pPr indent="0" algn="ctr">
              <a:lnSpc>
                <a:spcPct val="140000"/>
              </a:lnSpc>
              <a:buFont typeface="Arial" panose="020B0604020202020204" pitchFamily="34" charset="0"/>
              <a:buNone/>
            </a:pPr>
            <a:r>
              <a:rPr lang="zh-CN" altLang="en-US" sz="1200" b="1" dirty="0">
                <a:solidFill>
                  <a:srgbClr val="FF0000"/>
                </a:solidFill>
                <a:uFillTx/>
                <a:latin typeface="Arial" panose="020B0604020202020204" pitchFamily="34" charset="0"/>
                <a:ea typeface="微软雅黑" panose="020B0503020204020204" charset="-122"/>
              </a:rPr>
              <a:t>有界队列</a:t>
            </a:r>
            <a:endParaRPr lang="zh-CN" altLang="en-US" sz="1200" b="1" dirty="0">
              <a:solidFill>
                <a:srgbClr val="FF0000"/>
              </a:solidFill>
              <a:uFillTx/>
              <a:latin typeface="Arial" panose="020B0604020202020204" pitchFamily="34" charset="0"/>
              <a:ea typeface="微软雅黑" panose="020B0503020204020204" charset="-122"/>
            </a:endParaRPr>
          </a:p>
          <a:p>
            <a:pPr marL="285750" indent="-285750" algn="l">
              <a:lnSpc>
                <a:spcPct val="140000"/>
              </a:lnSpc>
              <a:buFont typeface="Arial" panose="020B0604020202020204" pitchFamily="34" charset="0"/>
              <a:buChar char="•"/>
            </a:pPr>
            <a:r>
              <a:rPr lang="zh-CN" altLang="en-US" sz="1200" dirty="0">
                <a:solidFill>
                  <a:srgbClr val="FF0000"/>
                </a:solidFill>
                <a:uFillTx/>
                <a:latin typeface="Arial" panose="020B0604020202020204" pitchFamily="34" charset="0"/>
                <a:ea typeface="微软雅黑" panose="020B0503020204020204" charset="-122"/>
              </a:rPr>
              <a:t>容量有限，对生产者来说，是需要等待队列中有空位，如果没有则应该等待。对消费者来说，是需要队列中有数据，如果没有也应该等待</a:t>
            </a:r>
            <a:endParaRPr lang="zh-CN" altLang="en-US" sz="1200" dirty="0">
              <a:solidFill>
                <a:srgbClr val="FF0000"/>
              </a:solidFill>
              <a:uFillTx/>
              <a:latin typeface="Arial" panose="020B0604020202020204" pitchFamily="34" charset="0"/>
              <a:ea typeface="微软雅黑" panose="020B0503020204020204" charset="-122"/>
            </a:endParaRPr>
          </a:p>
          <a:p>
            <a:pPr indent="0" algn="l">
              <a:lnSpc>
                <a:spcPct val="140000"/>
              </a:lnSpc>
              <a:buFont typeface="Arial" panose="020B0604020202020204" pitchFamily="34" charset="0"/>
              <a:buNone/>
            </a:pPr>
            <a:endParaRPr lang="zh-CN" altLang="en-US" sz="1200" dirty="0">
              <a:solidFill>
                <a:srgbClr val="FF0000"/>
              </a:solidFill>
              <a:uFillTx/>
              <a:latin typeface="Arial" panose="020B0604020202020204" pitchFamily="34" charset="0"/>
              <a:ea typeface="微软雅黑" panose="020B0503020204020204" charset="-122"/>
            </a:endParaRPr>
          </a:p>
          <a:p>
            <a:pPr marL="285750" indent="-285750" algn="l">
              <a:lnSpc>
                <a:spcPct val="140000"/>
              </a:lnSpc>
              <a:buFont typeface="Arial" panose="020B0604020202020204" pitchFamily="34" charset="0"/>
              <a:buChar char="•"/>
            </a:pPr>
            <a:r>
              <a:rPr lang="zh-CN" altLang="en-US" sz="1200" dirty="0">
                <a:solidFill>
                  <a:srgbClr val="FF0000"/>
                </a:solidFill>
                <a:uFillTx/>
                <a:latin typeface="Arial" panose="020B0604020202020204" pitchFamily="34" charset="0"/>
                <a:ea typeface="微软雅黑" panose="020B0503020204020204" charset="-122"/>
              </a:rPr>
              <a:t>那么生产者放入数据后，应该通知消费者。消费者取走数据后应该通知生产者有空位</a:t>
            </a:r>
            <a:endParaRPr lang="zh-CN" altLang="en-US" sz="1200" dirty="0">
              <a:solidFill>
                <a:srgbClr val="FF0000"/>
              </a:solidFill>
              <a:uFillTx/>
              <a:latin typeface="Arial" panose="020B0604020202020204" pitchFamily="34" charset="0"/>
              <a:ea typeface="微软雅黑" panose="020B0503020204020204" charset="-122"/>
            </a:endParaRPr>
          </a:p>
        </p:txBody>
      </p:sp>
      <p:sp>
        <p:nvSpPr>
          <p:cNvPr id="5" name="文本框 4"/>
          <p:cNvSpPr txBox="1"/>
          <p:nvPr/>
        </p:nvSpPr>
        <p:spPr>
          <a:xfrm>
            <a:off x="5039360" y="3685540"/>
            <a:ext cx="3710305" cy="1641475"/>
          </a:xfrm>
          <a:prstGeom prst="rect">
            <a:avLst/>
          </a:prstGeom>
          <a:noFill/>
        </p:spPr>
        <p:txBody>
          <a:bodyPr wrap="square" rtlCol="0">
            <a:spAutoFit/>
          </a:bodyPr>
          <a:p>
            <a:pPr algn="ctr">
              <a:lnSpc>
                <a:spcPct val="140000"/>
              </a:lnSpc>
              <a:buClrTx/>
              <a:buSzTx/>
              <a:buFont typeface="Arial" panose="020B0604020202020204" pitchFamily="34" charset="0"/>
              <a:buNone/>
            </a:pPr>
            <a:r>
              <a:rPr lang="zh-CN" altLang="en-US" sz="1200" b="1" dirty="0">
                <a:solidFill>
                  <a:srgbClr val="FF0000"/>
                </a:solidFill>
                <a:uFillTx/>
                <a:latin typeface="Arial" panose="020B0604020202020204" pitchFamily="34" charset="0"/>
                <a:ea typeface="微软雅黑" panose="020B0503020204020204" charset="-122"/>
              </a:rPr>
              <a:t>无界队列</a:t>
            </a:r>
            <a:endParaRPr lang="zh-CN" altLang="en-US" sz="1200" b="1" dirty="0">
              <a:solidFill>
                <a:srgbClr val="FF0000"/>
              </a:solidFill>
              <a:uFillTx/>
              <a:latin typeface="Arial" panose="020B0604020202020204" pitchFamily="34" charset="0"/>
              <a:ea typeface="微软雅黑" panose="020B0503020204020204" charset="-122"/>
            </a:endParaRPr>
          </a:p>
          <a:p>
            <a:pPr marL="285750" indent="-285750" algn="l">
              <a:lnSpc>
                <a:spcPct val="140000"/>
              </a:lnSpc>
              <a:buClrTx/>
              <a:buSzTx/>
              <a:buFont typeface="Arial" panose="020B0604020202020204" pitchFamily="34" charset="0"/>
              <a:buChar char="•"/>
            </a:pPr>
            <a:r>
              <a:rPr lang="zh-CN" altLang="en-US" sz="1200" dirty="0">
                <a:solidFill>
                  <a:srgbClr val="FF0000"/>
                </a:solidFill>
                <a:uFillTx/>
                <a:latin typeface="Arial" panose="020B0604020202020204" pitchFamily="34" charset="0"/>
                <a:ea typeface="微软雅黑" panose="020B0503020204020204" charset="-122"/>
              </a:rPr>
              <a:t>容量无限制，所以对生产者来说，是无需关心是否有空位</a:t>
            </a:r>
            <a:endParaRPr lang="zh-CN" altLang="en-US" sz="1200" dirty="0">
              <a:solidFill>
                <a:srgbClr val="FF0000"/>
              </a:solidFill>
              <a:uFillTx/>
              <a:latin typeface="Arial" panose="020B0604020202020204" pitchFamily="34" charset="0"/>
              <a:ea typeface="微软雅黑" panose="020B0503020204020204" charset="-122"/>
            </a:endParaRPr>
          </a:p>
          <a:p>
            <a:pPr indent="0" algn="l">
              <a:lnSpc>
                <a:spcPct val="140000"/>
              </a:lnSpc>
              <a:buClrTx/>
              <a:buSzTx/>
              <a:buFont typeface="Arial" panose="020B0604020202020204" pitchFamily="34" charset="0"/>
              <a:buNone/>
            </a:pPr>
            <a:endParaRPr lang="zh-CN" altLang="en-US" sz="1200" dirty="0">
              <a:solidFill>
                <a:srgbClr val="FF0000"/>
              </a:solidFill>
              <a:uFillTx/>
              <a:latin typeface="Arial" panose="020B0604020202020204" pitchFamily="34" charset="0"/>
              <a:ea typeface="微软雅黑" panose="020B0503020204020204" charset="-122"/>
            </a:endParaRPr>
          </a:p>
          <a:p>
            <a:pPr marL="285750" indent="-285750" algn="l">
              <a:lnSpc>
                <a:spcPct val="140000"/>
              </a:lnSpc>
              <a:buClrTx/>
              <a:buSzTx/>
              <a:buFont typeface="Arial" panose="020B0604020202020204" pitchFamily="34" charset="0"/>
              <a:buChar char="•"/>
            </a:pPr>
            <a:r>
              <a:rPr lang="zh-CN" altLang="en-US" sz="1200" dirty="0">
                <a:solidFill>
                  <a:srgbClr val="FF0000"/>
                </a:solidFill>
                <a:uFillTx/>
                <a:latin typeface="Arial" panose="020B0604020202020204" pitchFamily="34" charset="0"/>
                <a:ea typeface="微软雅黑" panose="020B0503020204020204" charset="-122"/>
              </a:rPr>
              <a:t>但对消费者来说，如果队列中没有空位则需要等待</a:t>
            </a:r>
            <a:endParaRPr lang="zh-CN" altLang="en-US" sz="1200" dirty="0">
              <a:solidFill>
                <a:srgbClr val="FF0000"/>
              </a:solidFill>
              <a:uFillTx/>
              <a:latin typeface="Arial" panose="020B0604020202020204" pitchFamily="34" charset="0"/>
              <a:ea typeface="微软雅黑" panose="020B0503020204020204" charset="-122"/>
            </a:endParaRPr>
          </a:p>
        </p:txBody>
      </p:sp>
      <p:sp>
        <p:nvSpPr>
          <p:cNvPr id="6" name="文本框 5"/>
          <p:cNvSpPr txBox="1"/>
          <p:nvPr/>
        </p:nvSpPr>
        <p:spPr>
          <a:xfrm>
            <a:off x="2164080" y="5840095"/>
            <a:ext cx="4350385" cy="349250"/>
          </a:xfrm>
          <a:prstGeom prst="rect">
            <a:avLst/>
          </a:prstGeom>
          <a:noFill/>
        </p:spPr>
        <p:txBody>
          <a:bodyPr wrap="square" rtlCol="0">
            <a:spAutoFit/>
          </a:bodyPr>
          <a:p>
            <a:pPr indent="0" algn="ctr">
              <a:lnSpc>
                <a:spcPct val="140000"/>
              </a:lnSpc>
              <a:buClrTx/>
              <a:buSzTx/>
              <a:buFont typeface="Arial" panose="020B0604020202020204" pitchFamily="34" charset="0"/>
              <a:buNone/>
            </a:pPr>
            <a:r>
              <a:rPr lang="zh-CN" altLang="en-US" sz="1200" dirty="0">
                <a:solidFill>
                  <a:srgbClr val="FF0000"/>
                </a:solidFill>
                <a:uFillTx/>
                <a:latin typeface="Arial" panose="020B0604020202020204" pitchFamily="34" charset="0"/>
                <a:ea typeface="微软雅黑" panose="020B0503020204020204" charset="-122"/>
              </a:rPr>
              <a:t>消费者，生产者间都需要同步</a:t>
            </a:r>
            <a:endParaRPr lang="zh-CN" altLang="en-US" sz="1200" dirty="0">
              <a:solidFill>
                <a:srgbClr val="FF0000"/>
              </a:solidFill>
              <a:uFillTx/>
              <a:latin typeface="Arial" panose="020B0604020202020204" pitchFamily="34" charset="0"/>
              <a:ea typeface="微软雅黑" panose="020B0503020204020204" charset="-122"/>
            </a:endParaRPr>
          </a:p>
        </p:txBody>
      </p:sp>
    </p:spTree>
    <p:custDataLst>
      <p:tags r:id="rId2"/>
    </p:custDataLst>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linds(horizontal)">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blinds(horizontal)">
                                      <p:cBhvr>
                                        <p:cTn id="1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P spid="5" grpId="0"/>
      <p:bldP spid="5" grpId="1"/>
      <p:bldP spid="6" grpId="0"/>
      <p:bldP spid="6" grpId="1"/>
    </p:bldLst>
  </p:timing>
</p:sld>
</file>

<file path=ppt/tags/tag1.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4.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75.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76.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77.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78.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79.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80.xml><?xml version="1.0" encoding="utf-8"?>
<p:tagLst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SUBTYPE" val="h"/>
  <p:tag name="KSO_WM_UNIT_TYPE" val="i"/>
  <p:tag name="KSO_WM_UNIT_INDEX" val="0"/>
  <p:tag name="KSO_WM_UNIT_ID" val="_13*i*0"/>
  <p:tag name="KSO_WM_UNIT_BK_DARK_LIGHT" val="2"/>
  <p:tag name="KSO_WM_UNIT_LAYERLEVEL" val="1"/>
  <p:tag name="KSO_WM_TAG_VERSION" val="1.0"/>
  <p:tag name="KSO_WM_BEAUTIFY_FLAG" val="#wm#"/>
</p:tagLst>
</file>

<file path=ppt/tags/tag81.xml><?xml version="1.0" encoding="utf-8"?>
<p:tagLst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82.xml><?xml version="1.0" encoding="utf-8"?>
<p:tagLst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83.xml><?xml version="1.0" encoding="utf-8"?>
<p:tagLst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84.xml><?xml version="1.0" encoding="utf-8"?>
<p:tagLst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85.xml><?xml version="1.0" encoding="utf-8"?>
<p:tagLst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86.xml><?xml version="1.0" encoding="utf-8"?>
<p:tagLst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87.xml><?xml version="1.0" encoding="utf-8"?>
<p:tagLst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88.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SUBTYPE" val="h"/>
  <p:tag name="KSO_WM_UNIT_TYPE" val="i"/>
  <p:tag name="KSO_WM_UNIT_INDEX" val="0"/>
  <p:tag name="KSO_WM_UNIT_ID" val="_14*i*0"/>
  <p:tag name="KSO_WM_UNIT_BK_DARK_LIGHT" val="2"/>
  <p:tag name="KSO_WM_UNIT_LAYERLEVEL" val="1"/>
  <p:tag name="KSO_WM_TAG_VERSION" val="1.0"/>
  <p:tag name="KSO_WM_BEAUTIFY_FLAG" val="#wm#"/>
</p:tagLst>
</file>

<file path=ppt/tags/tag89.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90.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91.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92.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93.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94.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95.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96.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SUBTYPE" val="h"/>
  <p:tag name="KSO_WM_UNIT_TYPE" val="i"/>
  <p:tag name="KSO_WM_UNIT_INDEX" val="0"/>
  <p:tag name="KSO_WM_UNIT_ID" val="_15*i*0"/>
  <p:tag name="KSO_WM_UNIT_BK_DARK_LIGHT" val="2"/>
  <p:tag name="KSO_WM_UNIT_LAYERLEVEL" val="1"/>
  <p:tag name="KSO_WM_TAG_VERSION" val="1.0"/>
  <p:tag name="KSO_WM_BEAUTIFY_FLAG" val="#wm#"/>
</p:tagLst>
</file>

<file path=ppt/tags/tag97.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98.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99.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00.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01.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02.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03.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04.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05.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SUBTYPE" val="h"/>
  <p:tag name="KSO_WM_UNIT_TYPE" val="i"/>
  <p:tag name="KSO_WM_UNIT_INDEX" val="0"/>
  <p:tag name="KSO_WM_UNIT_ID" val="_16*i*0"/>
  <p:tag name="KSO_WM_UNIT_BK_DARK_LIGHT" val="2"/>
  <p:tag name="KSO_WM_UNIT_LAYERLEVEL" val="1"/>
  <p:tag name="KSO_WM_TAG_VERSION" val="1.0"/>
  <p:tag name="KSO_WM_BEAUTIFY_FLAG" val="#wm#"/>
</p:tagLst>
</file>

<file path=ppt/tags/tag106.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07.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08.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09.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10.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11.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12.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13.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14.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SUBTYPE" val="h"/>
  <p:tag name="KSO_WM_UNIT_TYPE" val="i"/>
  <p:tag name="KSO_WM_UNIT_INDEX" val="0"/>
  <p:tag name="KSO_WM_UNIT_ID" val="_17*i*0"/>
  <p:tag name="KSO_WM_UNIT_BK_DARK_LIGHT" val="2"/>
  <p:tag name="KSO_WM_UNIT_LAYERLEVEL" val="1"/>
  <p:tag name="KSO_WM_TAG_VERSION" val="1.0"/>
  <p:tag name="KSO_WM_BEAUTIFY_FLAG" val="#wm#"/>
</p:tagLst>
</file>

<file path=ppt/tags/tag115.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16.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17.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18.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19.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20.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21.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22.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23.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24.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25.xml><?xml version="1.0" encoding="utf-8"?>
<p:tagLst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SUBTYPE" val="h"/>
  <p:tag name="KSO_WM_UNIT_TYPE" val="i"/>
  <p:tag name="KSO_WM_UNIT_INDEX" val="0"/>
  <p:tag name="KSO_WM_UNIT_ID" val="_18*i*0"/>
  <p:tag name="KSO_WM_UNIT_BK_DARK_LIGHT" val="2"/>
  <p:tag name="KSO_WM_UNIT_LAYERLEVEL" val="1"/>
  <p:tag name="KSO_WM_TAG_VERSION" val="1.0"/>
  <p:tag name="KSO_WM_BEAUTIFY_FLAG" val="#wm#"/>
</p:tagLst>
</file>

<file path=ppt/tags/tag126.xml><?xml version="1.0" encoding="utf-8"?>
<p:tagLst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127.xml><?xml version="1.0" encoding="utf-8"?>
<p:tagLst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128.xml><?xml version="1.0" encoding="utf-8"?>
<p:tagLst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129.xml><?xml version="1.0" encoding="utf-8"?>
<p:tagLst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130.xml><?xml version="1.0" encoding="utf-8"?>
<p:tagLst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131.xml><?xml version="1.0" encoding="utf-8"?>
<p:tagLst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132.xml><?xml version="1.0" encoding="utf-8"?>
<p:tagLst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1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4478"/>
</p:tagLst>
</file>

<file path=ppt/tags/tag1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4478"/>
</p:tagLst>
</file>

<file path=ppt/tags/tag1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38.xml><?xml version="1.0" encoding="utf-8"?>
<p:tagLst xmlns:p="http://schemas.openxmlformats.org/presentationml/2006/main">
  <p:tag name="KSO_WM_TEMPLATE_SUBCATEGORY" val="0"/>
  <p:tag name="KSO_WM_TEMPLATE_COLOR_TYPE" val="1"/>
  <p:tag name="KSO_WM_TEMPLATE_MASTER_THUMB_INDEX" val="12"/>
  <p:tag name="KSO_WM_TAG_VERSION" val="1.0"/>
  <p:tag name="KSO_WM_BEAUTIFY_FLAG" val="#wm#"/>
  <p:tag name="KSO_WM_TEMPLATE_CATEGORY" val="custom"/>
  <p:tag name="KSO_WM_TEMPLATE_INDEX" val="20204478"/>
  <p:tag name="KSO_WM_TEMPLATE_MASTER_TYPE" val="1"/>
  <p:tag name="KSO_WM_TEMPLATE_THUMBS_INDEX" val="1、4、7、12、15、16、20、23、24、25、30、35、39、40、41、42"/>
</p:tagLst>
</file>

<file path=ppt/tags/tag139.xml><?xml version="1.0" encoding="utf-8"?>
<p:tagLst xmlns:p="http://schemas.openxmlformats.org/presentationml/2006/main">
  <p:tag name="KSO_WM_FULL_TEXT_BEAUTIFY_COPY_ID" val="4"/>
</p:tagLst>
</file>

<file path=ppt/tags/tag140.xml><?xml version="1.0" encoding="utf-8"?>
<p:tagLst xmlns:p="http://schemas.openxmlformats.org/presentationml/2006/main">
  <p:tag name="KSO_WM_FULL_TEXT_BEAUTIFY_COPY_ID" val="5"/>
</p:tagLst>
</file>

<file path=ppt/tags/tag141.xml><?xml version="1.0" encoding="utf-8"?>
<p:tagLst xmlns:p="http://schemas.openxmlformats.org/presentationml/2006/main">
  <p:tag name="KSO_WM_FULL_TEXT_BEAUTIFY_COPY_ID" val="150995219"/>
</p:tagLst>
</file>

<file path=ppt/tags/tag142.xml><?xml version="1.0" encoding="utf-8"?>
<p:tagLst xmlns:p="http://schemas.openxmlformats.org/presentationml/2006/main">
  <p:tag name="KSO_WM_FULL_TEXT_BEAUTIFY_COPY_ID" val="5123"/>
</p:tagLst>
</file>

<file path=ppt/tags/tag143.xml><?xml version="1.0" encoding="utf-8"?>
<p:tagLst xmlns:p="http://schemas.openxmlformats.org/presentationml/2006/main">
  <p:tag name="KSO_WM_FULL_TEXT_BEAUTIFY_COPY_ID" val="5124"/>
</p:tagLst>
</file>

<file path=ppt/tags/tag144.xml><?xml version="1.0" encoding="utf-8"?>
<p:tagLst xmlns:p="http://schemas.openxmlformats.org/presentationml/2006/main">
  <p:tag name="KSO_WM_FULL_TEXT_BEAUTIFY_COPY_ID" val="5125"/>
</p:tagLst>
</file>

<file path=ppt/tags/tag145.xml><?xml version="1.0" encoding="utf-8"?>
<p:tagLst xmlns:p="http://schemas.openxmlformats.org/presentationml/2006/main">
  <p:tag name="KSO_WM_FULL_TEXT_BEAUTIFY_COPY_ID" val="7"/>
</p:tagLst>
</file>

<file path=ppt/tags/tag146.xml><?xml version="1.0" encoding="utf-8"?>
<p:tagLst xmlns:p="http://schemas.openxmlformats.org/presentationml/2006/main">
  <p:tag name="KSO_WM_TEMPLATE_CATEGORY" val="custom"/>
  <p:tag name="KSO_WM_TEMPLATE_INDEX" val="20204478"/>
  <p:tag name="KSO_WM_FULL_TEXT_BEAUTIFY_COPY_ID" val="150995220"/>
</p:tagLst>
</file>

<file path=ppt/tags/tag147.xml><?xml version="1.0" encoding="utf-8"?>
<p:tagLst xmlns:p="http://schemas.openxmlformats.org/presentationml/2006/main">
  <p:tag name="KSO_WM_FULL_TEXT_BEAUTIFY_COPY_ID" val="3"/>
</p:tagLst>
</file>

<file path=ppt/tags/tag148.xml><?xml version="1.0" encoding="utf-8"?>
<p:tagLst xmlns:p="http://schemas.openxmlformats.org/presentationml/2006/main">
  <p:tag name="KSO_WM_TEMPLATE_CATEGORY" val="custom"/>
  <p:tag name="KSO_WM_TEMPLATE_INDEX" val="20204478"/>
  <p:tag name="KSO_WM_FULL_TEXT_BEAUTIFY_COPY_ID" val="150995221"/>
</p:tagLst>
</file>

<file path=ppt/tags/tag149.xml><?xml version="1.0" encoding="utf-8"?>
<p:tagLst xmlns:p="http://schemas.openxmlformats.org/presentationml/2006/main">
  <p:tag name="KSO_WM_FULL_TEXT_BEAUTIFY_COPY_ID" val="2"/>
</p:tagLst>
</file>

<file path=ppt/tags/tag150.xml><?xml version="1.0" encoding="utf-8"?>
<p:tagLst xmlns:p="http://schemas.openxmlformats.org/presentationml/2006/main">
  <p:tag name="KSO_WM_FULL_TEXT_BEAUTIFY_COPY_ID" val="3"/>
</p:tagLst>
</file>

<file path=ppt/tags/tag151.xml><?xml version="1.0" encoding="utf-8"?>
<p:tagLst xmlns:p="http://schemas.openxmlformats.org/presentationml/2006/main">
  <p:tag name="KSO_WM_TEMPLATE_CATEGORY" val="custom"/>
  <p:tag name="KSO_WM_TEMPLATE_INDEX" val="20204478"/>
  <p:tag name="KSO_WM_FULL_TEXT_BEAUTIFY_COPY_ID" val="150995201"/>
</p:tagLst>
</file>

<file path=ppt/tags/tag152.xml><?xml version="1.0" encoding="utf-8"?>
<p:tagLst xmlns:p="http://schemas.openxmlformats.org/presentationml/2006/main">
  <p:tag name="KSO_WM_FULL_TEXT_BEAUTIFY_COPY_ID" val="2"/>
</p:tagLst>
</file>

<file path=ppt/tags/tag153.xml><?xml version="1.0" encoding="utf-8"?>
<p:tagLst xmlns:p="http://schemas.openxmlformats.org/presentationml/2006/main">
  <p:tag name="KSO_WM_UNIT_DIAGRAM_MODELTYPE" val="dynamicNum"/>
  <p:tag name="KSO_WM_BEAUTIFY_FLAG" val="#wm#"/>
  <p:tag name="KSO_WM_UNIT_TYPE" val="ζ_h_f"/>
  <p:tag name="KSO_WM_UNIT_DYNMNUM_TYPE" val="1"/>
  <p:tag name="KSO_WM_DYNAMICNUM_SPEED" val="3"/>
  <p:tag name="KSO_WM_UNIT_DYNMNUM_DGM_ANIMTYPE" val="5"/>
  <p:tag name="KSO_WM_UNIT_INDEX" val="1623021529311_1_1"/>
  <p:tag name="KSO_WM_FULL_TEXT_BEAUTIFY_COPY_ID" val="3"/>
</p:tagLst>
</file>

<file path=ppt/tags/tag154.xml><?xml version="1.0" encoding="utf-8"?>
<p:tagLst xmlns:p="http://schemas.openxmlformats.org/presentationml/2006/main">
  <p:tag name="KSO_WM_TEMPLATE_CATEGORY" val="custom"/>
  <p:tag name="KSO_WM_TEMPLATE_INDEX" val="20204478"/>
  <p:tag name="KSO_WM_FULL_TEXT_BEAUTIFY_COPY_ID" val="150995224"/>
</p:tagLst>
</file>

<file path=ppt/tags/tag155.xml><?xml version="1.0" encoding="utf-8"?>
<p:tagLst xmlns:p="http://schemas.openxmlformats.org/presentationml/2006/main">
  <p:tag name="KSO_WM_FULL_TEXT_BEAUTIFY_COPY_ID" val="5123"/>
</p:tagLst>
</file>

<file path=ppt/tags/tag156.xml><?xml version="1.0" encoding="utf-8"?>
<p:tagLst xmlns:p="http://schemas.openxmlformats.org/presentationml/2006/main">
  <p:tag name="KSO_WM_FULL_TEXT_BEAUTIFY_COPY_ID" val="5124"/>
</p:tagLst>
</file>

<file path=ppt/tags/tag157.xml><?xml version="1.0" encoding="utf-8"?>
<p:tagLst xmlns:p="http://schemas.openxmlformats.org/presentationml/2006/main">
  <p:tag name="KSO_WM_FULL_TEXT_BEAUTIFY_COPY_ID" val="5125"/>
</p:tagLst>
</file>

<file path=ppt/tags/tag158.xml><?xml version="1.0" encoding="utf-8"?>
<p:tagLst xmlns:p="http://schemas.openxmlformats.org/presentationml/2006/main">
  <p:tag name="KSO_WM_FULL_TEXT_BEAUTIFY_COPY_ID" val="4"/>
</p:tagLst>
</file>

<file path=ppt/tags/tag159.xml><?xml version="1.0" encoding="utf-8"?>
<p:tagLst xmlns:p="http://schemas.openxmlformats.org/presentationml/2006/main">
  <p:tag name="KSO_WM_FULL_TEXT_BEAUTIFY_COPY_ID" val="5"/>
</p:tagLst>
</file>

<file path=ppt/tags/tag160.xml><?xml version="1.0" encoding="utf-8"?>
<p:tagLst xmlns:p="http://schemas.openxmlformats.org/presentationml/2006/main">
  <p:tag name="KSO_WM_TEMPLATE_CATEGORY" val="custom"/>
  <p:tag name="KSO_WM_TEMPLATE_INDEX" val="20204478"/>
  <p:tag name="KSO_WM_FULL_TEXT_BEAUTIFY_COPY_ID" val="150995210"/>
</p:tagLst>
</file>

<file path=ppt/tags/tag161.xml><?xml version="1.0" encoding="utf-8"?>
<p:tagLst xmlns:p="http://schemas.openxmlformats.org/presentationml/2006/main">
  <p:tag name="KSO_WM_FULL_TEXT_BEAUTIFY_COPY_ID" val="3"/>
</p:tagLst>
</file>

<file path=ppt/tags/tag162.xml><?xml version="1.0" encoding="utf-8"?>
<p:tagLst xmlns:p="http://schemas.openxmlformats.org/presentationml/2006/main">
  <p:tag name="KSO_WM_FULL_TEXT_BEAUTIFY_COPY_ID" val="2"/>
</p:tagLst>
</file>

<file path=ppt/tags/tag163.xml><?xml version="1.0" encoding="utf-8"?>
<p:tagLst xmlns:p="http://schemas.openxmlformats.org/presentationml/2006/main">
  <p:tag name="KSO_WM_FULL_TEXT_BEAUTIFY_COPY_ID" val="4"/>
</p:tagLst>
</file>

<file path=ppt/tags/tag164.xml><?xml version="1.0" encoding="utf-8"?>
<p:tagLst xmlns:p="http://schemas.openxmlformats.org/presentationml/2006/main">
  <p:tag name="KSO_WM_TEMPLATE_CATEGORY" val="custom"/>
  <p:tag name="KSO_WM_TEMPLATE_INDEX" val="20204478"/>
  <p:tag name="KSO_WM_FULL_TEXT_BEAUTIFY_COPY_ID" val="150995212"/>
</p:tagLst>
</file>

<file path=ppt/tags/tag165.xml><?xml version="1.0" encoding="utf-8"?>
<p:tagLst xmlns:p="http://schemas.openxmlformats.org/presentationml/2006/main">
  <p:tag name="KSO_WM_FULL_TEXT_BEAUTIFY_COPY_ID" val="3"/>
</p:tagLst>
</file>

<file path=ppt/tags/tag166.xml><?xml version="1.0" encoding="utf-8"?>
<p:tagLst xmlns:p="http://schemas.openxmlformats.org/presentationml/2006/main">
  <p:tag name="KSO_WM_FULL_TEXT_BEAUTIFY_COPY_ID" val="2"/>
</p:tagLst>
</file>

<file path=ppt/tags/tag167.xml><?xml version="1.0" encoding="utf-8"?>
<p:tagLst xmlns:p="http://schemas.openxmlformats.org/presentationml/2006/main">
  <p:tag name="KSO_WM_TEMPLATE_CATEGORY" val="custom"/>
  <p:tag name="KSO_WM_TEMPLATE_INDEX" val="20204478"/>
  <p:tag name="KSO_WM_FULL_TEXT_BEAUTIFY_COPY_ID" val="150995241"/>
</p:tagLst>
</file>

<file path=ppt/tags/tag168.xml><?xml version="1.0" encoding="utf-8"?>
<p:tagLst xmlns:p="http://schemas.openxmlformats.org/presentationml/2006/main">
  <p:tag name="KSO_WM_FULL_TEXT_BEAUTIFY_COPY_ID" val="5123"/>
</p:tagLst>
</file>

<file path=ppt/tags/tag169.xml><?xml version="1.0" encoding="utf-8"?>
<p:tagLst xmlns:p="http://schemas.openxmlformats.org/presentationml/2006/main">
  <p:tag name="KSO_WM_FULL_TEXT_BEAUTIFY_COPY_ID" val="5124"/>
</p:tagLst>
</file>

<file path=ppt/tags/tag170.xml><?xml version="1.0" encoding="utf-8"?>
<p:tagLst xmlns:p="http://schemas.openxmlformats.org/presentationml/2006/main">
  <p:tag name="KSO_WM_FULL_TEXT_BEAUTIFY_COPY_ID" val="5125"/>
</p:tagLst>
</file>

<file path=ppt/tags/tag171.xml><?xml version="1.0" encoding="utf-8"?>
<p:tagLst xmlns:p="http://schemas.openxmlformats.org/presentationml/2006/main">
  <p:tag name="KSO_WM_FULL_TEXT_BEAUTIFY_COPY_ID" val="7"/>
</p:tagLst>
</file>

<file path=ppt/tags/tag172.xml><?xml version="1.0" encoding="utf-8"?>
<p:tagLst xmlns:p="http://schemas.openxmlformats.org/presentationml/2006/main">
  <p:tag name="KSO_WM_FULL_TEXT_BEAUTIFY_COPY_ID" val="4"/>
</p:tagLst>
</file>

<file path=ppt/tags/tag173.xml><?xml version="1.0" encoding="utf-8"?>
<p:tagLst xmlns:p="http://schemas.openxmlformats.org/presentationml/2006/main">
  <p:tag name="KSO_WM_FULL_TEXT_BEAUTIFY_COPY_ID" val="5"/>
</p:tagLst>
</file>

<file path=ppt/tags/tag174.xml><?xml version="1.0" encoding="utf-8"?>
<p:tagLst xmlns:p="http://schemas.openxmlformats.org/presentationml/2006/main">
  <p:tag name="KSO_WM_TEMPLATE_CATEGORY" val="custom"/>
  <p:tag name="KSO_WM_TEMPLATE_INDEX" val="20204478"/>
  <p:tag name="KSO_WM_FULL_TEXT_BEAUTIFY_COPY_ID" val="150995253"/>
</p:tagLst>
</file>

<file path=ppt/tags/tag175.xml><?xml version="1.0" encoding="utf-8"?>
<p:tagLst xmlns:p="http://schemas.openxmlformats.org/presentationml/2006/main">
  <p:tag name="KSO_WM_FULL_TEXT_BEAUTIFY_COPY_ID" val="3"/>
</p:tagLst>
</file>

<file path=ppt/tags/tag176.xml><?xml version="1.0" encoding="utf-8"?>
<p:tagLst xmlns:p="http://schemas.openxmlformats.org/presentationml/2006/main">
  <p:tag name="KSO_WM_FULL_TEXT_BEAUTIFY_COPY_ID" val="2"/>
</p:tagLst>
</file>

<file path=ppt/tags/tag177.xml><?xml version="1.0" encoding="utf-8"?>
<p:tagLst xmlns:p="http://schemas.openxmlformats.org/presentationml/2006/main">
  <p:tag name="KSO_WM_TEMPLATE_CATEGORY" val="custom"/>
  <p:tag name="KSO_WM_TEMPLATE_INDEX" val="20204478"/>
  <p:tag name="KSO_WM_FULL_TEXT_BEAUTIFY_COPY_ID" val="150995245"/>
</p:tagLst>
</file>

<file path=ppt/tags/tag178.xml><?xml version="1.0" encoding="utf-8"?>
<p:tagLst xmlns:p="http://schemas.openxmlformats.org/presentationml/2006/main">
  <p:tag name="KSO_WM_FULL_TEXT_BEAUTIFY_COPY_ID" val="3"/>
</p:tagLst>
</file>

<file path=ppt/tags/tag179.xml><?xml version="1.0" encoding="utf-8"?>
<p:tagLst xmlns:p="http://schemas.openxmlformats.org/presentationml/2006/main">
  <p:tag name="KSO_WM_TEMPLATE_CATEGORY" val="custom"/>
  <p:tag name="KSO_WM_TEMPLATE_INDEX" val="20204478"/>
  <p:tag name="KSO_WM_FULL_TEXT_BEAUTIFY_COPY_ID" val="150995245"/>
</p:tagLst>
</file>

<file path=ppt/tags/tag180.xml><?xml version="1.0" encoding="utf-8"?>
<p:tagLst xmlns:p="http://schemas.openxmlformats.org/presentationml/2006/main">
  <p:tag name="KSO_WM_FULL_TEXT_BEAUTIFY_COPY_ID" val="3"/>
</p:tagLst>
</file>

<file path=ppt/tags/tag181.xml><?xml version="1.0" encoding="utf-8"?>
<p:tagLst xmlns:p="http://schemas.openxmlformats.org/presentationml/2006/main">
  <p:tag name="KSO_WM_FULL_TEXT_BEAUTIFY_COPY_ID" val="2"/>
</p:tagLst>
</file>

<file path=ppt/tags/tag182.xml><?xml version="1.0" encoding="utf-8"?>
<p:tagLst xmlns:p="http://schemas.openxmlformats.org/presentationml/2006/main">
  <p:tag name="KSO_WM_TEMPLATE_CATEGORY" val="custom"/>
  <p:tag name="KSO_WM_TEMPLATE_INDEX" val="20204478"/>
  <p:tag name="KSO_WM_FULL_TEXT_BEAUTIFY_COPY_ID" val="150995245"/>
</p:tagLst>
</file>

<file path=ppt/tags/tag183.xml><?xml version="1.0" encoding="utf-8"?>
<p:tagLst xmlns:p="http://schemas.openxmlformats.org/presentationml/2006/main">
  <p:tag name="KSO_WM_FULL_TEXT_BEAUTIFY_COPY_ID" val="3"/>
</p:tagLst>
</file>

<file path=ppt/tags/tag184.xml><?xml version="1.0" encoding="utf-8"?>
<p:tagLst xmlns:p="http://schemas.openxmlformats.org/presentationml/2006/main">
  <p:tag name="KSO_WM_TEMPLATE_CATEGORY" val="custom"/>
  <p:tag name="KSO_WM_TEMPLATE_INDEX" val="20204478"/>
  <p:tag name="KSO_WM_FULL_TEXT_BEAUTIFY_COPY_ID" val="150995246"/>
</p:tagLst>
</file>

<file path=ppt/tags/tag185.xml><?xml version="1.0" encoding="utf-8"?>
<p:tagLst xmlns:p="http://schemas.openxmlformats.org/presentationml/2006/main">
  <p:tag name="KSO_WM_FULL_TEXT_BEAUTIFY_COPY_ID" val="3"/>
</p:tagLst>
</file>

<file path=ppt/tags/tag186.xml><?xml version="1.0" encoding="utf-8"?>
<p:tagLst xmlns:p="http://schemas.openxmlformats.org/presentationml/2006/main">
  <p:tag name="KSO_WM_FULL_TEXT_BEAUTIFY_COPY_ID" val="2"/>
</p:tagLst>
</file>

<file path=ppt/tags/tag187.xml><?xml version="1.0" encoding="utf-8"?>
<p:tagLst xmlns:p="http://schemas.openxmlformats.org/presentationml/2006/main">
  <p:tag name="KSO_WM_TEMPLATE_CATEGORY" val="custom"/>
  <p:tag name="KSO_WM_TEMPLATE_INDEX" val="20204478"/>
  <p:tag name="KSO_WM_FULL_TEXT_BEAUTIFY_COPY_ID" val="150995244"/>
</p:tagLst>
</file>

<file path=ppt/tags/tag188.xml><?xml version="1.0" encoding="utf-8"?>
<p:tagLst xmlns:p="http://schemas.openxmlformats.org/presentationml/2006/main">
  <p:tag name="KSO_WM_FULL_TEXT_BEAUTIFY_COPY_ID" val="3"/>
</p:tagLst>
</file>

<file path=ppt/tags/tag189.xml><?xml version="1.0" encoding="utf-8"?>
<p:tagLst xmlns:p="http://schemas.openxmlformats.org/presentationml/2006/main">
  <p:tag name="KSO_WM_FULL_TEXT_BEAUTIFY_COPY_ID" val="2"/>
</p:tagLst>
</file>

<file path=ppt/tags/tag190.xml><?xml version="1.0" encoding="utf-8"?>
<p:tagLst xmlns:p="http://schemas.openxmlformats.org/presentationml/2006/main">
  <p:tag name="KSO_WM_TEMPLATE_CATEGORY" val="custom"/>
  <p:tag name="KSO_WM_TEMPLATE_INDEX" val="20204478"/>
  <p:tag name="KSO_WM_FULL_TEXT_BEAUTIFY_COPY_ID" val="150995244"/>
</p:tagLst>
</file>

<file path=ppt/tags/tag191.xml><?xml version="1.0" encoding="utf-8"?>
<p:tagLst xmlns:p="http://schemas.openxmlformats.org/presentationml/2006/main">
  <p:tag name="KSO_WM_FULL_TEXT_BEAUTIFY_COPY_ID" val="3"/>
</p:tagLst>
</file>

<file path=ppt/tags/tag192.xml><?xml version="1.0" encoding="utf-8"?>
<p:tagLst xmlns:p="http://schemas.openxmlformats.org/presentationml/2006/main">
  <p:tag name="KSO_WM_FULL_TEXT_BEAUTIFY_COPY_ID" val="2"/>
</p:tagLst>
</file>

<file path=ppt/tags/tag193.xml><?xml version="1.0" encoding="utf-8"?>
<p:tagLst xmlns:p="http://schemas.openxmlformats.org/presentationml/2006/main">
  <p:tag name="KSO_WM_TEMPLATE_CATEGORY" val="custom"/>
  <p:tag name="KSO_WM_TEMPLATE_INDEX" val="20204478"/>
  <p:tag name="KSO_WM_FULL_TEXT_BEAUTIFY_COPY_ID" val="150995244"/>
</p:tagLst>
</file>

<file path=ppt/tags/tag194.xml><?xml version="1.0" encoding="utf-8"?>
<p:tagLst xmlns:p="http://schemas.openxmlformats.org/presentationml/2006/main">
  <p:tag name="KSO_WM_FULL_TEXT_BEAUTIFY_COPY_ID" val="3"/>
</p:tagLst>
</file>

<file path=ppt/tags/tag195.xml><?xml version="1.0" encoding="utf-8"?>
<p:tagLst xmlns:p="http://schemas.openxmlformats.org/presentationml/2006/main">
  <p:tag name="KSO_WM_TEMPLATE_CATEGORY" val="custom"/>
  <p:tag name="KSO_WM_TEMPLATE_INDEX" val="20204478"/>
  <p:tag name="KSO_WM_FULL_TEXT_BEAUTIFY_COPY_ID" val="150995259"/>
</p:tagLst>
</file>

<file path=ppt/tags/tag196.xml><?xml version="1.0" encoding="utf-8"?>
<p:tagLst xmlns:p="http://schemas.openxmlformats.org/presentationml/2006/main">
  <p:tag name="KSO_WM_FULL_TEXT_BEAUTIFY_COPY_ID" val="5123"/>
</p:tagLst>
</file>

<file path=ppt/tags/tag197.xml><?xml version="1.0" encoding="utf-8"?>
<p:tagLst xmlns:p="http://schemas.openxmlformats.org/presentationml/2006/main">
  <p:tag name="KSO_WM_FULL_TEXT_BEAUTIFY_COPY_ID" val="5124"/>
</p:tagLst>
</file>

<file path=ppt/tags/tag198.xml><?xml version="1.0" encoding="utf-8"?>
<p:tagLst xmlns:p="http://schemas.openxmlformats.org/presentationml/2006/main">
  <p:tag name="KSO_WM_FULL_TEXT_BEAUTIFY_COPY_ID" val="5125"/>
</p:tagLst>
</file>

<file path=ppt/tags/tag199.xml><?xml version="1.0" encoding="utf-8"?>
<p:tagLst xmlns:p="http://schemas.openxmlformats.org/presentationml/2006/main">
  <p:tag name="KSO_WM_FULL_TEXT_BEAUTIFY_COPY_ID" val="4"/>
</p:tagLst>
</file>

<file path=ppt/tags/tag200.xml><?xml version="1.0" encoding="utf-8"?>
<p:tagLst xmlns:p="http://schemas.openxmlformats.org/presentationml/2006/main">
  <p:tag name="KSO_WM_FULL_TEXT_BEAUTIFY_COPY_ID" val="5"/>
</p:tagLst>
</file>

<file path=ppt/tags/tag201.xml><?xml version="1.0" encoding="utf-8"?>
<p:tagLst xmlns:p="http://schemas.openxmlformats.org/presentationml/2006/main">
  <p:tag name="KSO_WM_TEMPLATE_CATEGORY" val="custom"/>
  <p:tag name="KSO_WM_TEMPLATE_INDEX" val="20204478"/>
  <p:tag name="KSO_WM_FULL_TEXT_BEAUTIFY_COPY_ID" val="150995252"/>
</p:tagLst>
</file>

<file path=ppt/tags/tag202.xml><?xml version="1.0" encoding="utf-8"?>
<p:tagLst xmlns:p="http://schemas.openxmlformats.org/presentationml/2006/main">
  <p:tag name="KSO_WM_FULL_TEXT_BEAUTIFY_COPY_ID" val="3"/>
</p:tagLst>
</file>

<file path=ppt/tags/tag203.xml><?xml version="1.0" encoding="utf-8"?>
<p:tagLst xmlns:p="http://schemas.openxmlformats.org/presentationml/2006/main">
  <p:tag name="KSO_WM_FULL_TEXT_BEAUTIFY_COPY_ID" val="2"/>
</p:tagLst>
</file>

<file path=ppt/tags/tag204.xml><?xml version="1.0" encoding="utf-8"?>
<p:tagLst xmlns:p="http://schemas.openxmlformats.org/presentationml/2006/main">
  <p:tag name="KSO_WM_FULL_TEXT_BEAUTIFY_COPY_ID" val="7"/>
</p:tagLst>
</file>

<file path=ppt/tags/tag205.xml><?xml version="1.0" encoding="utf-8"?>
<p:tagLst xmlns:p="http://schemas.openxmlformats.org/presentationml/2006/main">
  <p:tag name="KSO_WM_TEMPLATE_CATEGORY" val="custom"/>
  <p:tag name="KSO_WM_TEMPLATE_INDEX" val="20204478"/>
  <p:tag name="KSO_WM_FULL_TEXT_BEAUTIFY_COPY_ID" val="150995242"/>
</p:tagLst>
</file>

<file path=ppt/tags/tag206.xml><?xml version="1.0" encoding="utf-8"?>
<p:tagLst xmlns:p="http://schemas.openxmlformats.org/presentationml/2006/main">
  <p:tag name="KSO_WM_FULL_TEXT_BEAUTIFY_COPY_ID" val="3"/>
</p:tagLst>
</file>

<file path=ppt/tags/tag207.xml><?xml version="1.0" encoding="utf-8"?>
<p:tagLst xmlns:p="http://schemas.openxmlformats.org/presentationml/2006/main">
  <p:tag name="KSO_WM_FULL_TEXT_BEAUTIFY_COPY_ID" val="2"/>
</p:tagLst>
</file>

<file path=ppt/tags/tag208.xml><?xml version="1.0" encoding="utf-8"?>
<p:tagLst xmlns:p="http://schemas.openxmlformats.org/presentationml/2006/main">
  <p:tag name="KSO_WM_TEMPLATE_CATEGORY" val="custom"/>
  <p:tag name="KSO_WM_TEMPLATE_INDEX" val="20204478"/>
  <p:tag name="KSO_WM_FULL_TEXT_BEAUTIFY_COPY_ID" val="150995243"/>
</p:tagLst>
</file>

<file path=ppt/tags/tag209.xml><?xml version="1.0" encoding="utf-8"?>
<p:tagLst xmlns:p="http://schemas.openxmlformats.org/presentationml/2006/main">
  <p:tag name="KSO_WM_FULL_TEXT_BEAUTIFY_COPY_ID" val="3"/>
</p:tagLst>
</file>

<file path=ppt/tags/tag210.xml><?xml version="1.0" encoding="utf-8"?>
<p:tagLst xmlns:p="http://schemas.openxmlformats.org/presentationml/2006/main">
  <p:tag name="KSO_WM_FULL_TEXT_BEAUTIFY_COPY_ID" val="2"/>
</p:tagLst>
</file>

<file path=ppt/tags/tag211.xml><?xml version="1.0" encoding="utf-8"?>
<p:tagLst xmlns:p="http://schemas.openxmlformats.org/presentationml/2006/main">
  <p:tag name="KSO_WM_TEMPLATE_CATEGORY" val="custom"/>
  <p:tag name="KSO_WM_TEMPLATE_INDEX" val="20204478"/>
  <p:tag name="KSO_WM_FULL_TEXT_BEAUTIFY_COPY_ID" val="150995243"/>
</p:tagLst>
</file>

<file path=ppt/tags/tag212.xml><?xml version="1.0" encoding="utf-8"?>
<p:tagLst xmlns:p="http://schemas.openxmlformats.org/presentationml/2006/main">
  <p:tag name="KSO_WM_FULL_TEXT_BEAUTIFY_COPY_ID" val="3"/>
</p:tagLst>
</file>

<file path=ppt/tags/tag213.xml><?xml version="1.0" encoding="utf-8"?>
<p:tagLst xmlns:p="http://schemas.openxmlformats.org/presentationml/2006/main">
  <p:tag name="KSO_WM_FULL_TEXT_BEAUTIFY_COPY_ID" val="2"/>
</p:tagLst>
</file>

<file path=ppt/tags/tag214.xml><?xml version="1.0" encoding="utf-8"?>
<p:tagLst xmlns:p="http://schemas.openxmlformats.org/presentationml/2006/main">
  <p:tag name="KSO_WM_TEMPLATE_CATEGORY" val="custom"/>
  <p:tag name="KSO_WM_TEMPLATE_INDEX" val="20204478"/>
  <p:tag name="KSO_WM_FULL_TEXT_BEAUTIFY_COPY_ID" val="150995243"/>
</p:tagLst>
</file>

<file path=ppt/tags/tag215.xml><?xml version="1.0" encoding="utf-8"?>
<p:tagLst xmlns:p="http://schemas.openxmlformats.org/presentationml/2006/main">
  <p:tag name="KSO_WM_FULL_TEXT_BEAUTIFY_COPY_ID" val="2"/>
</p:tagLst>
</file>

<file path=ppt/tags/tag216.xml><?xml version="1.0" encoding="utf-8"?>
<p:tagLst xmlns:p="http://schemas.openxmlformats.org/presentationml/2006/main">
  <p:tag name="KSO_WM_TEMPLATE_CATEGORY" val="custom"/>
  <p:tag name="KSO_WM_TEMPLATE_INDEX" val="20204478"/>
  <p:tag name="KSO_WM_FULL_TEXT_BEAUTIFY_COPY_ID" val="150995243"/>
</p:tagLst>
</file>

<file path=ppt/tags/tag217.xml><?xml version="1.0" encoding="utf-8"?>
<p:tagLst xmlns:p="http://schemas.openxmlformats.org/presentationml/2006/main">
  <p:tag name="KSO_WM_FULL_TEXT_BEAUTIFY_COPY_ID" val="3"/>
</p:tagLst>
</file>

<file path=ppt/tags/tag218.xml><?xml version="1.0" encoding="utf-8"?>
<p:tagLst xmlns:p="http://schemas.openxmlformats.org/presentationml/2006/main">
  <p:tag name="KSO_WM_FULL_TEXT_BEAUTIFY_COPY_ID" val="2"/>
</p:tagLst>
</file>

<file path=ppt/tags/tag219.xml><?xml version="1.0" encoding="utf-8"?>
<p:tagLst xmlns:p="http://schemas.openxmlformats.org/presentationml/2006/main">
  <p:tag name="KSO_WM_TEMPLATE_CATEGORY" val="custom"/>
  <p:tag name="KSO_WM_TEMPLATE_INDEX" val="20204478"/>
  <p:tag name="KSO_WM_FULL_TEXT_BEAUTIFY_COPY_ID" val="150995243"/>
</p:tagLst>
</file>

<file path=ppt/tags/tag220.xml><?xml version="1.0" encoding="utf-8"?>
<p:tagLst xmlns:p="http://schemas.openxmlformats.org/presentationml/2006/main">
  <p:tag name="KSO_WM_FULL_TEXT_BEAUTIFY_COPY_ID" val="3"/>
</p:tagLst>
</file>

<file path=ppt/tags/tag221.xml><?xml version="1.0" encoding="utf-8"?>
<p:tagLst xmlns:p="http://schemas.openxmlformats.org/presentationml/2006/main">
  <p:tag name="KSO_WM_FULL_TEXT_BEAUTIFY_COPY_ID" val="2"/>
</p:tagLst>
</file>

<file path=ppt/tags/tag222.xml><?xml version="1.0" encoding="utf-8"?>
<p:tagLst xmlns:p="http://schemas.openxmlformats.org/presentationml/2006/main">
  <p:tag name="KSO_WM_TEMPLATE_CATEGORY" val="custom"/>
  <p:tag name="KSO_WM_TEMPLATE_INDEX" val="20204478"/>
  <p:tag name="KSO_WM_FULL_TEXT_BEAUTIFY_COPY_ID" val="150995243"/>
</p:tagLst>
</file>

<file path=ppt/tags/tag223.xml><?xml version="1.0" encoding="utf-8"?>
<p:tagLst xmlns:p="http://schemas.openxmlformats.org/presentationml/2006/main">
  <p:tag name="KSO_WM_FULL_TEXT_BEAUTIFY_COPY_ID" val="3"/>
</p:tagLst>
</file>

<file path=ppt/tags/tag224.xml><?xml version="1.0" encoding="utf-8"?>
<p:tagLst xmlns:p="http://schemas.openxmlformats.org/presentationml/2006/main">
  <p:tag name="KSO_WM_FULL_TEXT_BEAUTIFY_COPY_ID" val="2"/>
</p:tagLst>
</file>

<file path=ppt/tags/tag225.xml><?xml version="1.0" encoding="utf-8"?>
<p:tagLst xmlns:p="http://schemas.openxmlformats.org/presentationml/2006/main">
  <p:tag name="KSO_WM_TEMPLATE_CATEGORY" val="custom"/>
  <p:tag name="KSO_WM_TEMPLATE_INDEX" val="20204478"/>
  <p:tag name="KSO_WM_FULL_TEXT_BEAUTIFY_COPY_ID" val="150995243"/>
</p:tagLst>
</file>

<file path=ppt/tags/tag226.xml><?xml version="1.0" encoding="utf-8"?>
<p:tagLst xmlns:p="http://schemas.openxmlformats.org/presentationml/2006/main">
  <p:tag name="KSO_WM_FULL_TEXT_BEAUTIFY_COPY_ID" val="5123"/>
</p:tagLst>
</file>

<file path=ppt/tags/tag227.xml><?xml version="1.0" encoding="utf-8"?>
<p:tagLst xmlns:p="http://schemas.openxmlformats.org/presentationml/2006/main">
  <p:tag name="KSO_WM_FULL_TEXT_BEAUTIFY_COPY_ID" val="5124"/>
</p:tagLst>
</file>

<file path=ppt/tags/tag228.xml><?xml version="1.0" encoding="utf-8"?>
<p:tagLst xmlns:p="http://schemas.openxmlformats.org/presentationml/2006/main">
  <p:tag name="KSO_WM_FULL_TEXT_BEAUTIFY_COPY_ID" val="5125"/>
</p:tagLst>
</file>

<file path=ppt/tags/tag229.xml><?xml version="1.0" encoding="utf-8"?>
<p:tagLst xmlns:p="http://schemas.openxmlformats.org/presentationml/2006/main">
  <p:tag name="KSO_WM_FULL_TEXT_BEAUTIFY_COPY_ID" val="4"/>
</p:tagLst>
</file>

<file path=ppt/tags/tag230.xml><?xml version="1.0" encoding="utf-8"?>
<p:tagLst xmlns:p="http://schemas.openxmlformats.org/presentationml/2006/main">
  <p:tag name="KSO_WM_FULL_TEXT_BEAUTIFY_COPY_ID" val="5"/>
</p:tagLst>
</file>

<file path=ppt/tags/tag231.xml><?xml version="1.0" encoding="utf-8"?>
<p:tagLst xmlns:p="http://schemas.openxmlformats.org/presentationml/2006/main">
  <p:tag name="KSO_WM_TEMPLATE_CATEGORY" val="custom"/>
  <p:tag name="KSO_WM_TEMPLATE_INDEX" val="20204478"/>
  <p:tag name="KSO_WM_FULL_TEXT_BEAUTIFY_COPY_ID" val="150995252"/>
</p:tagLst>
</file>

<file path=ppt/tags/tag232.xml><?xml version="1.0" encoding="utf-8"?>
<p:tagLst xmlns:p="http://schemas.openxmlformats.org/presentationml/2006/main">
  <p:tag name="KSO_WM_FULL_TEXT_BEAUTIFY_COPY_ID" val="3"/>
</p:tagLst>
</file>

<file path=ppt/tags/tag233.xml><?xml version="1.0" encoding="utf-8"?>
<p:tagLst xmlns:p="http://schemas.openxmlformats.org/presentationml/2006/main">
  <p:tag name="KSO_WM_FULL_TEXT_BEAUTIFY_COPY_ID" val="2"/>
</p:tagLst>
</file>

<file path=ppt/tags/tag234.xml><?xml version="1.0" encoding="utf-8"?>
<p:tagLst xmlns:p="http://schemas.openxmlformats.org/presentationml/2006/main">
  <p:tag name="KSO_WM_FULL_TEXT_BEAUTIFY_COPY_ID" val="7"/>
</p:tagLst>
</file>

<file path=ppt/tags/tag235.xml><?xml version="1.0" encoding="utf-8"?>
<p:tagLst xmlns:p="http://schemas.openxmlformats.org/presentationml/2006/main">
  <p:tag name="KSO_WM_TEMPLATE_CATEGORY" val="custom"/>
  <p:tag name="KSO_WM_TEMPLATE_INDEX" val="20204478"/>
  <p:tag name="KSO_WM_FULL_TEXT_BEAUTIFY_COPY_ID" val="150995242"/>
</p:tagLst>
</file>

<file path=ppt/tags/tag236.xml><?xml version="1.0" encoding="utf-8"?>
<p:tagLst xmlns:p="http://schemas.openxmlformats.org/presentationml/2006/main">
  <p:tag name="KSO_WM_FULL_TEXT_BEAUTIFY_COPY_ID" val="3"/>
</p:tagLst>
</file>

<file path=ppt/tags/tag237.xml><?xml version="1.0" encoding="utf-8"?>
<p:tagLst xmlns:p="http://schemas.openxmlformats.org/presentationml/2006/main">
  <p:tag name="KSO_WM_FULL_TEXT_BEAUTIFY_COPY_ID" val="2"/>
</p:tagLst>
</file>

<file path=ppt/tags/tag238.xml><?xml version="1.0" encoding="utf-8"?>
<p:tagLst xmlns:p="http://schemas.openxmlformats.org/presentationml/2006/main">
  <p:tag name="KSO_WM_TEMPLATE_CATEGORY" val="custom"/>
  <p:tag name="KSO_WM_TEMPLATE_INDEX" val="20204478"/>
  <p:tag name="KSO_WM_FULL_TEXT_BEAUTIFY_COPY_ID" val="150995243"/>
</p:tagLst>
</file>

<file path=ppt/tags/tag239.xml><?xml version="1.0" encoding="utf-8"?>
<p:tagLst xmlns:p="http://schemas.openxmlformats.org/presentationml/2006/main">
  <p:tag name="KSO_WM_FULL_TEXT_BEAUTIFY_COPY_ID" val="5123"/>
</p:tagLst>
</file>

<file path=ppt/tags/tag240.xml><?xml version="1.0" encoding="utf-8"?>
<p:tagLst xmlns:p="http://schemas.openxmlformats.org/presentationml/2006/main">
  <p:tag name="KSO_WM_FULL_TEXT_BEAUTIFY_COPY_ID" val="5124"/>
</p:tagLst>
</file>

<file path=ppt/tags/tag241.xml><?xml version="1.0" encoding="utf-8"?>
<p:tagLst xmlns:p="http://schemas.openxmlformats.org/presentationml/2006/main">
  <p:tag name="KSO_WM_FULL_TEXT_BEAUTIFY_COPY_ID" val="5125"/>
</p:tagLst>
</file>

<file path=ppt/tags/tag242.xml><?xml version="1.0" encoding="utf-8"?>
<p:tagLst xmlns:p="http://schemas.openxmlformats.org/presentationml/2006/main">
  <p:tag name="KSO_WM_FULL_TEXT_BEAUTIFY_COPY_ID" val="7"/>
</p:tagLst>
</file>

<file path=ppt/tags/tag243.xml><?xml version="1.0" encoding="utf-8"?>
<p:tagLst xmlns:p="http://schemas.openxmlformats.org/presentationml/2006/main">
  <p:tag name="KSO_WM_FULL_TEXT_BEAUTIFY_COPY_ID" val="4"/>
</p:tagLst>
</file>

<file path=ppt/tags/tag244.xml><?xml version="1.0" encoding="utf-8"?>
<p:tagLst xmlns:p="http://schemas.openxmlformats.org/presentationml/2006/main">
  <p:tag name="KSO_WM_FULL_TEXT_BEAUTIFY_COPY_ID" val="5"/>
</p:tagLst>
</file>

<file path=ppt/tags/tag245.xml><?xml version="1.0" encoding="utf-8"?>
<p:tagLst xmlns:p="http://schemas.openxmlformats.org/presentationml/2006/main">
  <p:tag name="KSO_WM_TEMPLATE_CATEGORY" val="custom"/>
  <p:tag name="KSO_WM_TEMPLATE_INDEX" val="20204478"/>
  <p:tag name="KSO_WM_FULL_TEXT_BEAUTIFY_COPY_ID" val="150995253"/>
</p:tagLst>
</file>

<file path=ppt/tags/tag246.xml><?xml version="1.0" encoding="utf-8"?>
<p:tagLst xmlns:p="http://schemas.openxmlformats.org/presentationml/2006/main">
  <p:tag name="KSO_WM_FULL_TEXT_BEAUTIFY_COPY_ID" val="3"/>
</p:tagLst>
</file>

<file path=ppt/tags/tag247.xml><?xml version="1.0" encoding="utf-8"?>
<p:tagLst xmlns:p="http://schemas.openxmlformats.org/presentationml/2006/main">
  <p:tag name="KSO_WM_TEMPLATE_CATEGORY" val="custom"/>
  <p:tag name="KSO_WM_TEMPLATE_INDEX" val="20204478"/>
  <p:tag name="KSO_WM_FULL_TEXT_BEAUTIFY_COPY_ID" val="150995246"/>
</p:tagLst>
</file>

<file path=ppt/tags/tag248.xml><?xml version="1.0" encoding="utf-8"?>
<p:tagLst xmlns:p="http://schemas.openxmlformats.org/presentationml/2006/main">
  <p:tag name="KSO_WM_FULL_TEXT_BEAUTIFY_COPY_ID" val="3"/>
</p:tagLst>
</file>

<file path=ppt/tags/tag249.xml><?xml version="1.0" encoding="utf-8"?>
<p:tagLst xmlns:p="http://schemas.openxmlformats.org/presentationml/2006/main">
  <p:tag name="KSO_WM_TEMPLATE_CATEGORY" val="custom"/>
  <p:tag name="KSO_WM_TEMPLATE_INDEX" val="20204478"/>
  <p:tag name="KSO_WM_FULL_TEXT_BEAUTIFY_COPY_ID" val="150995246"/>
</p:tagLst>
</file>

<file path=ppt/tags/tag250.xml><?xml version="1.0" encoding="utf-8"?>
<p:tagLst xmlns:p="http://schemas.openxmlformats.org/presentationml/2006/main">
  <p:tag name="KSO_WM_FULL_TEXT_BEAUTIFY_COPY_ID" val="3"/>
</p:tagLst>
</file>

<file path=ppt/tags/tag251.xml><?xml version="1.0" encoding="utf-8"?>
<p:tagLst xmlns:p="http://schemas.openxmlformats.org/presentationml/2006/main">
  <p:tag name="KSO_WM_TEMPLATE_CATEGORY" val="custom"/>
  <p:tag name="KSO_WM_TEMPLATE_INDEX" val="20204478"/>
  <p:tag name="KSO_WM_FULL_TEXT_BEAUTIFY_COPY_ID" val="150995246"/>
</p:tagLst>
</file>

<file path=ppt/tags/tag252.xml><?xml version="1.0" encoding="utf-8"?>
<p:tagLst xmlns:p="http://schemas.openxmlformats.org/presentationml/2006/main">
  <p:tag name="KSO_WM_FULL_TEXT_BEAUTIFY_COPY_ID" val="3"/>
</p:tagLst>
</file>

<file path=ppt/tags/tag253.xml><?xml version="1.0" encoding="utf-8"?>
<p:tagLst xmlns:p="http://schemas.openxmlformats.org/presentationml/2006/main">
  <p:tag name="KSO_WM_TEMPLATE_CATEGORY" val="custom"/>
  <p:tag name="KSO_WM_TEMPLATE_INDEX" val="20204478"/>
  <p:tag name="KSO_WM_FULL_TEXT_BEAUTIFY_COPY_ID" val="150995246"/>
</p:tagLst>
</file>

<file path=ppt/theme/theme1.xml><?xml version="1.0" encoding="utf-8"?>
<a:theme xmlns:a="http://schemas.openxmlformats.org/drawingml/2006/main" name="2_Office 主题​​">
  <a:themeElements>
    <a:clrScheme name="自定义 199">
      <a:dk1>
        <a:srgbClr val="000000"/>
      </a:dk1>
      <a:lt1>
        <a:srgbClr val="FFFFFF"/>
      </a:lt1>
      <a:dk2>
        <a:srgbClr val="EEF6FC"/>
      </a:dk2>
      <a:lt2>
        <a:srgbClr val="FCFCFD"/>
      </a:lt2>
      <a:accent1>
        <a:srgbClr val="6F86A0"/>
      </a:accent1>
      <a:accent2>
        <a:srgbClr val="2F9BC1"/>
      </a:accent2>
      <a:accent3>
        <a:srgbClr val="20ADB0"/>
      </a:accent3>
      <a:accent4>
        <a:srgbClr val="35A550"/>
      </a:accent4>
      <a:accent5>
        <a:srgbClr val="7A9F3F"/>
      </a:accent5>
      <a:accent6>
        <a:srgbClr val="E5CA29"/>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6552</Words>
  <Application>WPS 演示</Application>
  <PresentationFormat>全屏显示(4:3)</PresentationFormat>
  <Paragraphs>293</Paragraphs>
  <Slides>34</Slides>
  <Notes>5</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34</vt:i4>
      </vt:variant>
    </vt:vector>
  </HeadingPairs>
  <TitlesOfParts>
    <vt:vector size="43" baseType="lpstr">
      <vt:lpstr>Arial</vt:lpstr>
      <vt:lpstr>宋体</vt:lpstr>
      <vt:lpstr>Wingdings</vt:lpstr>
      <vt:lpstr>微软雅黑</vt:lpstr>
      <vt:lpstr>汉仪旗黑-85S</vt:lpstr>
      <vt:lpstr>黑体</vt:lpstr>
      <vt:lpstr>Arial Unicode MS</vt:lpstr>
      <vt:lpstr>等线</vt:lpstr>
      <vt:lpstr>2_Office 主题​​</vt:lpstr>
      <vt:lpstr>PowerPoint 演示文稿</vt:lpstr>
      <vt:lpstr>PowerPoint 演示文稿</vt:lpstr>
      <vt:lpstr>PowerPoint 演示文稿</vt:lpstr>
      <vt:lpstr>多线编程的三个层次</vt:lpstr>
      <vt:lpstr>线程库</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智能指针</dc:title>
  <dc:creator>lenovo</dc:creator>
  <cp:lastModifiedBy>Rock</cp:lastModifiedBy>
  <cp:revision>713</cp:revision>
  <dcterms:created xsi:type="dcterms:W3CDTF">2020-03-12T12:46:00Z</dcterms:created>
  <dcterms:modified xsi:type="dcterms:W3CDTF">2021-10-27T00:17:43Z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2052-11.1.0.10132</vt:lpwstr>
  </property>
</Properties>
</file>